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10" r:id="rId1"/>
  </p:sldMasterIdLst>
  <p:notesMasterIdLst>
    <p:notesMasterId r:id="rId8"/>
  </p:notesMasterIdLst>
  <p:sldIdLst>
    <p:sldId id="259" r:id="rId2"/>
    <p:sldId id="256" r:id="rId3"/>
    <p:sldId id="260" r:id="rId4"/>
    <p:sldId id="261" r:id="rId5"/>
    <p:sldId id="262" r:id="rId6"/>
    <p:sldId id="258" r:id="rId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FA0198-BBDE-404C-C048-487D81261F75}" v="129" dt="2026-03-06T02:14:30.258"/>
    <p1510:client id="{703B7241-7FDF-CF04-4665-12A0156FAD5E}" v="106" dt="2026-03-06T04:08:44.005"/>
    <p1510:client id="{7926699C-73E2-B0B8-9D41-10BD6A6B2B5F}" v="3" dt="2026-03-06T15:59:32.424"/>
    <p1510:client id="{9EC9FFCD-FA67-4CEB-873B-E32E024ABCA1}" v="86" dt="2026-03-06T16:04:40.068"/>
    <p1510:client id="{9FE46089-D002-0CD0-D36F-1CFBFFC1CBAB}" v="4" dt="2026-03-06T13:25:09.4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8cb45f386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8cb45f386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Project Description: What is the problem?</a:t>
            </a:r>
            <a:endParaRPr/>
          </a:p>
          <a:p>
            <a:pPr marL="0" lvl="0" indent="0" algn="l" rtl="0">
              <a:spcBef>
                <a:spcPts val="0"/>
              </a:spcBef>
              <a:spcAft>
                <a:spcPts val="0"/>
              </a:spcAft>
              <a:buNone/>
            </a:pPr>
            <a:r>
              <a:rPr lang="en"/>
              <a:t>1. What is the input and output format of the tasks? If your problem requires multiple datasets, try to clearly define them in math notations.</a:t>
            </a:r>
            <a:endParaRPr/>
          </a:p>
          <a:p>
            <a:pPr marL="0" lvl="0" indent="0" algn="l" rtl="0">
              <a:spcBef>
                <a:spcPts val="0"/>
              </a:spcBef>
              <a:spcAft>
                <a:spcPts val="0"/>
              </a:spcAft>
              <a:buNone/>
            </a:pPr>
            <a:r>
              <a:rPr lang="en"/>
              <a:t>2. What are the objectives of the problem? (e.g., learn a classifier, prevent models from forgetting fine-tuning tasks). Clearly define the scope of the project. If your project idea involves building multiple ML models, try to narrow the scope and pick the most critical model that is still weak and has large room for improvement.</a:t>
            </a:r>
            <a:endParaRPr/>
          </a:p>
          <a:p>
            <a:pPr marL="0" lvl="0" indent="0" algn="l" rtl="0">
              <a:spcBef>
                <a:spcPts val="0"/>
              </a:spcBef>
              <a:spcAft>
                <a:spcPts val="0"/>
              </a:spcAft>
              <a:buNone/>
            </a:pPr>
            <a:r>
              <a:rPr lang="en"/>
              <a:t>3. [Optional] </a:t>
            </a:r>
            <a:r>
              <a:rPr lang="en">
                <a:solidFill>
                  <a:schemeClr val="dk1"/>
                </a:solidFill>
              </a:rPr>
              <a:t>Given a figure to illustrate an example on the right empty space. </a:t>
            </a:r>
            <a:endParaRPr/>
          </a:p>
          <a:p>
            <a:pPr marL="0" lvl="0" indent="0" algn="l" rtl="0">
              <a:spcBef>
                <a:spcPts val="0"/>
              </a:spcBef>
              <a:spcAft>
                <a:spcPts val="0"/>
              </a:spcAft>
              <a:buNone/>
            </a:pPr>
            <a:br>
              <a:rPr lang="en"/>
            </a:br>
            <a:r>
              <a:rPr lang="en"/>
              <a:t>Significance &amp; Research Value: Why is it interesting and important?</a:t>
            </a:r>
            <a:endParaRPr/>
          </a:p>
          <a:p>
            <a:pPr marL="0" lvl="0" indent="0" algn="l" rtl="0">
              <a:spcBef>
                <a:spcPts val="0"/>
              </a:spcBef>
              <a:spcAft>
                <a:spcPts val="0"/>
              </a:spcAft>
              <a:buNone/>
            </a:pPr>
            <a:r>
              <a:rPr lang="en"/>
              <a:t>1. What could we benefit from your research findings if your project succeeds?</a:t>
            </a:r>
            <a:endParaRPr/>
          </a:p>
          <a:p>
            <a:pPr marL="0" lvl="0" indent="0" algn="l" rtl="0">
              <a:spcBef>
                <a:spcPts val="0"/>
              </a:spcBef>
              <a:spcAft>
                <a:spcPts val="0"/>
              </a:spcAft>
              <a:buNone/>
            </a:pPr>
            <a:r>
              <a:rPr lang="en"/>
              <a:t>2. What scientific outcome can you offer to the community?</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8cb45f3861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8cb45f3861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Datasets and Evaluation Metrics</a:t>
            </a:r>
            <a:br>
              <a:rPr lang="en"/>
            </a:br>
            <a:r>
              <a:rPr lang="en"/>
              <a:t>- What are the datasets used for training, validation, and testing? Give the data statistics. Add a citation to existing datasets used in this project.</a:t>
            </a:r>
            <a:endParaRPr/>
          </a:p>
          <a:p>
            <a:pPr marL="0" lvl="0" indent="0" algn="l" rtl="0">
              <a:spcBef>
                <a:spcPts val="0"/>
              </a:spcBef>
              <a:spcAft>
                <a:spcPts val="0"/>
              </a:spcAft>
              <a:buNone/>
            </a:pPr>
            <a:r>
              <a:rPr lang="en"/>
              <a:t>- How do you quantify the success of the model outputs? Add a citation if you reuse a metric in some papers.</a:t>
            </a:r>
            <a:endParaRPr/>
          </a:p>
          <a:p>
            <a:pPr marL="0" lvl="0" indent="0" algn="l" rtl="0">
              <a:spcBef>
                <a:spcPts val="0"/>
              </a:spcBef>
              <a:spcAft>
                <a:spcPts val="0"/>
              </a:spcAft>
              <a:buNone/>
            </a:pPr>
            <a:endParaRPr/>
          </a:p>
          <a:p>
            <a:pPr marL="0" lvl="0" indent="0" algn="l" rtl="0">
              <a:spcBef>
                <a:spcPts val="0"/>
              </a:spcBef>
              <a:spcAft>
                <a:spcPts val="0"/>
              </a:spcAft>
              <a:buNone/>
            </a:pPr>
            <a:r>
              <a:rPr lang="en"/>
              <a:t>Baseline Methods</a:t>
            </a:r>
            <a:endParaRPr/>
          </a:p>
          <a:p>
            <a:pPr marL="0" lvl="0" indent="0" algn="l" rtl="0">
              <a:spcBef>
                <a:spcPts val="0"/>
              </a:spcBef>
              <a:spcAft>
                <a:spcPts val="0"/>
              </a:spcAft>
              <a:buNone/>
            </a:pPr>
            <a:r>
              <a:rPr lang="en"/>
              <a:t>- Add only the most related baseline methods for experimental comparison. Add a brief description of each method per bullet point. The description should highlight the distinction of the method and your proposed idea.</a:t>
            </a:r>
            <a:endParaRPr/>
          </a:p>
          <a:p>
            <a:pPr marL="0" lvl="0" indent="0" algn="l" rtl="0">
              <a:spcBef>
                <a:spcPts val="0"/>
              </a:spcBef>
              <a:spcAft>
                <a:spcPts val="0"/>
              </a:spcAft>
              <a:buNone/>
            </a:pPr>
            <a:endParaRPr/>
          </a:p>
          <a:p>
            <a:pPr marL="0" lvl="0" indent="0" algn="l" rtl="0">
              <a:spcBef>
                <a:spcPts val="0"/>
              </a:spcBef>
              <a:spcAft>
                <a:spcPts val="0"/>
              </a:spcAft>
              <a:buNone/>
            </a:pPr>
            <a:r>
              <a:rPr lang="en"/>
              <a:t>Computing Estimation</a:t>
            </a:r>
            <a:endParaRPr/>
          </a:p>
          <a:p>
            <a:pPr marL="0" lvl="0" indent="0" algn="l" rtl="0">
              <a:spcBef>
                <a:spcPts val="0"/>
              </a:spcBef>
              <a:spcAft>
                <a:spcPts val="0"/>
              </a:spcAft>
              <a:buNone/>
            </a:pPr>
            <a:r>
              <a:rPr lang="en"/>
              <a:t>- What are the GPUs required (e.g., quantity, GPU RAMs)?</a:t>
            </a:r>
            <a:br>
              <a:rPr lang="en"/>
            </a:br>
            <a:r>
              <a:rPr lang="en"/>
              <a:t>- Estimate how long it will take to run one experiment. For example, training a 3B model for 10 epochs takes ~5hrs. Add a reference of how you derive this estimation (e.g., either you have run one experiment yourself or get the estimation from an existing paper).</a:t>
            </a:r>
            <a:endParaRPr/>
          </a:p>
          <a:p>
            <a:pPr marL="0" lvl="0" indent="0" algn="l" rtl="0">
              <a:spcBef>
                <a:spcPts val="0"/>
              </a:spcBef>
              <a:spcAft>
                <a:spcPts val="0"/>
              </a:spcAft>
              <a:buNone/>
            </a:pPr>
            <a:endParaRPr/>
          </a:p>
          <a:p>
            <a:pPr marL="0" lvl="0" indent="0" algn="l" rtl="0">
              <a:spcBef>
                <a:spcPts val="0"/>
              </a:spcBef>
              <a:spcAft>
                <a:spcPts val="0"/>
              </a:spcAft>
              <a:buNone/>
            </a:pPr>
            <a:r>
              <a:rPr lang="en"/>
              <a:t>Model Checkpoints and Codebase</a:t>
            </a:r>
            <a:endParaRPr/>
          </a:p>
          <a:p>
            <a:pPr marL="0" lvl="0" indent="0" algn="l" rtl="0">
              <a:spcBef>
                <a:spcPts val="0"/>
              </a:spcBef>
              <a:spcAft>
                <a:spcPts val="0"/>
              </a:spcAft>
              <a:buNone/>
            </a:pPr>
            <a:r>
              <a:rPr lang="en"/>
              <a:t>- What model checkpoints are you going to used? (e.g., LLaMA-3.3 3B)</a:t>
            </a:r>
            <a:endParaRPr/>
          </a:p>
          <a:p>
            <a:pPr marL="0" lvl="0" indent="0" algn="l" rtl="0">
              <a:spcBef>
                <a:spcPts val="0"/>
              </a:spcBef>
              <a:spcAft>
                <a:spcPts val="0"/>
              </a:spcAft>
              <a:buNone/>
            </a:pPr>
            <a:r>
              <a:rPr lang="en"/>
              <a:t>- Provide any Github codebases that you may reused for training/prompting</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5"/>
        <p:cNvGrpSpPr/>
        <p:nvPr/>
      </p:nvGrpSpPr>
      <p:grpSpPr>
        <a:xfrm>
          <a:off x="0" y="0"/>
          <a:ext cx="0" cy="0"/>
          <a:chOff x="0" y="0"/>
          <a:chExt cx="0" cy="0"/>
        </a:xfrm>
      </p:grpSpPr>
      <p:sp>
        <p:nvSpPr>
          <p:cNvPr id="16" name="Google Shape;16;p11"/>
          <p:cNvSpPr txBox="1">
            <a:spLocks noGrp="1"/>
          </p:cNvSpPr>
          <p:nvPr>
            <p:ph type="title"/>
          </p:nvPr>
        </p:nvSpPr>
        <p:spPr>
          <a:xfrm>
            <a:off x="371475" y="342900"/>
            <a:ext cx="8001000" cy="800100"/>
          </a:xfrm>
          <a:prstGeom prst="rect">
            <a:avLst/>
          </a:prstGeom>
          <a:noFill/>
          <a:ln>
            <a:noFill/>
          </a:ln>
        </p:spPr>
        <p:txBody>
          <a:bodyPr spcFirstLastPara="1" wrap="square" lIns="0" tIns="45700" rIns="91425" bIns="0" anchor="b" anchorCtr="0">
            <a:normAutofit/>
          </a:bodyPr>
          <a:lstStyle>
            <a:lvl1pPr lvl="0" algn="l">
              <a:lnSpc>
                <a:spcPct val="90000"/>
              </a:lnSpc>
              <a:spcBef>
                <a:spcPts val="0"/>
              </a:spcBef>
              <a:spcAft>
                <a:spcPts val="0"/>
              </a:spcAft>
              <a:buClr>
                <a:srgbClr val="353535"/>
              </a:buClr>
              <a:buSzPts val="3200"/>
              <a:buFont typeface="Arial"/>
              <a:buNone/>
              <a:defRPr>
                <a:solidFill>
                  <a:srgbClr val="35353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7" name="Google Shape;17;p11"/>
          <p:cNvSpPr txBox="1">
            <a:spLocks noGrp="1"/>
          </p:cNvSpPr>
          <p:nvPr>
            <p:ph type="ftr" idx="11"/>
          </p:nvPr>
        </p:nvSpPr>
        <p:spPr>
          <a:xfrm>
            <a:off x="0" y="4862643"/>
            <a:ext cx="795440" cy="290833"/>
          </a:xfrm>
          <a:prstGeom prst="rect">
            <a:avLst/>
          </a:prstGeom>
          <a:solidFill>
            <a:schemeClr val="accent1"/>
          </a:solidFill>
          <a:ln>
            <a:noFill/>
          </a:ln>
        </p:spPr>
        <p:txBody>
          <a:bodyPr spcFirstLastPara="1" wrap="square" lIns="91425" tIns="64000" rIns="91425" bIns="6400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Tree>
    <p:extLst>
      <p:ext uri="{BB962C8B-B14F-4D97-AF65-F5344CB8AC3E}">
        <p14:creationId xmlns:p14="http://schemas.microsoft.com/office/powerpoint/2010/main" val="27720730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_light">
  <p:cSld name="Title Slide_light">
    <p:spTree>
      <p:nvGrpSpPr>
        <p:cNvPr id="1" name="Shape 18"/>
        <p:cNvGrpSpPr/>
        <p:nvPr/>
      </p:nvGrpSpPr>
      <p:grpSpPr>
        <a:xfrm>
          <a:off x="0" y="0"/>
          <a:ext cx="0" cy="0"/>
          <a:chOff x="0" y="0"/>
          <a:chExt cx="0" cy="0"/>
        </a:xfrm>
      </p:grpSpPr>
      <p:sp>
        <p:nvSpPr>
          <p:cNvPr id="19" name="Google Shape;19;p12"/>
          <p:cNvSpPr/>
          <p:nvPr/>
        </p:nvSpPr>
        <p:spPr>
          <a:xfrm>
            <a:off x="638917" y="2414153"/>
            <a:ext cx="353642" cy="70505"/>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20" name="Google Shape;20;p12"/>
          <p:cNvSpPr/>
          <p:nvPr/>
        </p:nvSpPr>
        <p:spPr>
          <a:xfrm>
            <a:off x="0" y="4300430"/>
            <a:ext cx="9144000" cy="843070"/>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21" name="Google Shape;21;p12"/>
          <p:cNvSpPr txBox="1">
            <a:spLocks noGrp="1"/>
          </p:cNvSpPr>
          <p:nvPr>
            <p:ph type="body" idx="1"/>
          </p:nvPr>
        </p:nvSpPr>
        <p:spPr>
          <a:xfrm>
            <a:off x="638917" y="2639616"/>
            <a:ext cx="6250685" cy="526408"/>
          </a:xfrm>
          <a:prstGeom prst="rect">
            <a:avLst/>
          </a:prstGeom>
          <a:noFill/>
          <a:ln>
            <a:noFill/>
          </a:ln>
        </p:spPr>
        <p:txBody>
          <a:bodyPr spcFirstLastPara="1" wrap="square" lIns="0" tIns="45700" rIns="91425" bIns="45700" anchor="t" anchorCtr="0">
            <a:noAutofit/>
          </a:bodyPr>
          <a:lstStyle>
            <a:lvl1pPr marL="342900" lvl="0" indent="-171450" algn="l">
              <a:lnSpc>
                <a:spcPct val="90000"/>
              </a:lnSpc>
              <a:spcBef>
                <a:spcPts val="750"/>
              </a:spcBef>
              <a:spcAft>
                <a:spcPts val="0"/>
              </a:spcAft>
              <a:buSzPts val="2070"/>
              <a:buNone/>
              <a:defRPr sz="1725">
                <a:solidFill>
                  <a:srgbClr val="575757"/>
                </a:solidFill>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2" name="Google Shape;22;p12"/>
          <p:cNvSpPr txBox="1">
            <a:spLocks noGrp="1"/>
          </p:cNvSpPr>
          <p:nvPr>
            <p:ph type="body" idx="2"/>
          </p:nvPr>
        </p:nvSpPr>
        <p:spPr>
          <a:xfrm>
            <a:off x="638917" y="4465435"/>
            <a:ext cx="7733559" cy="392316"/>
          </a:xfrm>
          <a:prstGeom prst="rect">
            <a:avLst/>
          </a:prstGeom>
          <a:noFill/>
          <a:ln>
            <a:noFill/>
          </a:ln>
        </p:spPr>
        <p:txBody>
          <a:bodyPr spcFirstLastPara="1" wrap="square" lIns="0" tIns="45700" rIns="91425" bIns="45700" anchor="t" anchorCtr="0">
            <a:normAutofit/>
          </a:bodyPr>
          <a:lstStyle>
            <a:lvl1pPr marL="342900" lvl="0" indent="-171450" algn="l">
              <a:lnSpc>
                <a:spcPct val="90000"/>
              </a:lnSpc>
              <a:spcBef>
                <a:spcPts val="750"/>
              </a:spcBef>
              <a:spcAft>
                <a:spcPts val="0"/>
              </a:spcAft>
              <a:buSzPts val="1620"/>
              <a:buNone/>
              <a:defRPr sz="1350" b="1">
                <a:solidFill>
                  <a:schemeClr val="lt1"/>
                </a:solidFill>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3" name="Google Shape;23;p12"/>
          <p:cNvSpPr txBox="1">
            <a:spLocks noGrp="1"/>
          </p:cNvSpPr>
          <p:nvPr>
            <p:ph type="title"/>
          </p:nvPr>
        </p:nvSpPr>
        <p:spPr>
          <a:xfrm>
            <a:off x="638916" y="679267"/>
            <a:ext cx="6250685" cy="1579928"/>
          </a:xfrm>
          <a:prstGeom prst="rect">
            <a:avLst/>
          </a:prstGeom>
          <a:noFill/>
          <a:ln>
            <a:noFill/>
          </a:ln>
        </p:spPr>
        <p:txBody>
          <a:bodyPr spcFirstLastPara="1" wrap="square" lIns="0" tIns="45700" rIns="91425" bIns="0" anchor="b" anchorCtr="0">
            <a:normAutofit/>
          </a:bodyPr>
          <a:lstStyle>
            <a:lvl1pPr lvl="0" algn="l">
              <a:lnSpc>
                <a:spcPct val="90000"/>
              </a:lnSpc>
              <a:spcBef>
                <a:spcPts val="0"/>
              </a:spcBef>
              <a:spcAft>
                <a:spcPts val="0"/>
              </a:spcAft>
              <a:buClr>
                <a:srgbClr val="353535"/>
              </a:buClr>
              <a:buSzPts val="4000"/>
              <a:buFont typeface="Arial"/>
              <a:buNone/>
              <a:defRPr sz="3000">
                <a:solidFill>
                  <a:srgbClr val="35353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82249479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_dark">
  <p:cSld name="Title Slide_dark">
    <p:spTree>
      <p:nvGrpSpPr>
        <p:cNvPr id="1" name="Shape 24"/>
        <p:cNvGrpSpPr/>
        <p:nvPr/>
      </p:nvGrpSpPr>
      <p:grpSpPr>
        <a:xfrm>
          <a:off x="0" y="0"/>
          <a:ext cx="0" cy="0"/>
          <a:chOff x="0" y="0"/>
          <a:chExt cx="0" cy="0"/>
        </a:xfrm>
      </p:grpSpPr>
      <p:sp>
        <p:nvSpPr>
          <p:cNvPr id="25" name="Google Shape;25;p13"/>
          <p:cNvSpPr/>
          <p:nvPr/>
        </p:nvSpPr>
        <p:spPr>
          <a:xfrm>
            <a:off x="0" y="0"/>
            <a:ext cx="9144000" cy="4300430"/>
          </a:xfrm>
          <a:prstGeom prst="rect">
            <a:avLst/>
          </a:prstGeom>
          <a:solidFill>
            <a:schemeClr val="dk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26" name="Google Shape;26;p13"/>
          <p:cNvSpPr/>
          <p:nvPr/>
        </p:nvSpPr>
        <p:spPr>
          <a:xfrm>
            <a:off x="638917" y="2414153"/>
            <a:ext cx="353642" cy="70505"/>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27" name="Google Shape;27;p13"/>
          <p:cNvSpPr txBox="1">
            <a:spLocks noGrp="1"/>
          </p:cNvSpPr>
          <p:nvPr>
            <p:ph type="body" idx="1"/>
          </p:nvPr>
        </p:nvSpPr>
        <p:spPr>
          <a:xfrm>
            <a:off x="638917" y="2639616"/>
            <a:ext cx="6250685" cy="526408"/>
          </a:xfrm>
          <a:prstGeom prst="rect">
            <a:avLst/>
          </a:prstGeom>
          <a:noFill/>
          <a:ln>
            <a:noFill/>
          </a:ln>
        </p:spPr>
        <p:txBody>
          <a:bodyPr spcFirstLastPara="1" wrap="square" lIns="0" tIns="45700" rIns="91425" bIns="45700" anchor="t" anchorCtr="0">
            <a:noAutofit/>
          </a:bodyPr>
          <a:lstStyle>
            <a:lvl1pPr marL="342900" lvl="0" indent="-171450" algn="l">
              <a:lnSpc>
                <a:spcPct val="90000"/>
              </a:lnSpc>
              <a:spcBef>
                <a:spcPts val="750"/>
              </a:spcBef>
              <a:spcAft>
                <a:spcPts val="0"/>
              </a:spcAft>
              <a:buSzPts val="2070"/>
              <a:buNone/>
              <a:defRPr sz="1725">
                <a:solidFill>
                  <a:srgbClr val="C7C7C7"/>
                </a:solidFill>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8" name="Google Shape;28;p13"/>
          <p:cNvSpPr txBox="1">
            <a:spLocks noGrp="1"/>
          </p:cNvSpPr>
          <p:nvPr>
            <p:ph type="body" idx="2"/>
          </p:nvPr>
        </p:nvSpPr>
        <p:spPr>
          <a:xfrm>
            <a:off x="638917" y="4465435"/>
            <a:ext cx="7733559" cy="392316"/>
          </a:xfrm>
          <a:prstGeom prst="rect">
            <a:avLst/>
          </a:prstGeom>
          <a:noFill/>
          <a:ln>
            <a:noFill/>
          </a:ln>
        </p:spPr>
        <p:txBody>
          <a:bodyPr spcFirstLastPara="1" wrap="square" lIns="0" tIns="45700" rIns="91425" bIns="45700" anchor="t" anchorCtr="0">
            <a:normAutofit/>
          </a:bodyPr>
          <a:lstStyle>
            <a:lvl1pPr marL="342900" lvl="0" indent="-171450" algn="l">
              <a:lnSpc>
                <a:spcPct val="90000"/>
              </a:lnSpc>
              <a:spcBef>
                <a:spcPts val="750"/>
              </a:spcBef>
              <a:spcAft>
                <a:spcPts val="0"/>
              </a:spcAft>
              <a:buSzPts val="1620"/>
              <a:buNone/>
              <a:defRPr sz="1350" b="1">
                <a:solidFill>
                  <a:srgbClr val="353535"/>
                </a:solidFill>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13"/>
          <p:cNvSpPr/>
          <p:nvPr/>
        </p:nvSpPr>
        <p:spPr>
          <a:xfrm>
            <a:off x="8629650" y="7348"/>
            <a:ext cx="427981" cy="768302"/>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pic>
        <p:nvPicPr>
          <p:cNvPr id="30" name="Google Shape;30;p13" descr="Logo&#10;&#10;Description automatically generated"/>
          <p:cNvPicPr preferRelativeResize="0"/>
          <p:nvPr/>
        </p:nvPicPr>
        <p:blipFill rotWithShape="1">
          <a:blip r:embed="rId2">
            <a:alphaModFix/>
          </a:blip>
          <a:srcRect/>
          <a:stretch/>
        </p:blipFill>
        <p:spPr>
          <a:xfrm>
            <a:off x="8672594" y="174017"/>
            <a:ext cx="342092" cy="537572"/>
          </a:xfrm>
          <a:prstGeom prst="rect">
            <a:avLst/>
          </a:prstGeom>
          <a:noFill/>
          <a:ln>
            <a:noFill/>
          </a:ln>
        </p:spPr>
      </p:pic>
      <p:sp>
        <p:nvSpPr>
          <p:cNvPr id="31" name="Google Shape;31;p13"/>
          <p:cNvSpPr txBox="1">
            <a:spLocks noGrp="1"/>
          </p:cNvSpPr>
          <p:nvPr>
            <p:ph type="title"/>
          </p:nvPr>
        </p:nvSpPr>
        <p:spPr>
          <a:xfrm>
            <a:off x="637760" y="679268"/>
            <a:ext cx="6250685" cy="1579928"/>
          </a:xfrm>
          <a:prstGeom prst="rect">
            <a:avLst/>
          </a:prstGeom>
          <a:noFill/>
          <a:ln>
            <a:noFill/>
          </a:ln>
        </p:spPr>
        <p:txBody>
          <a:bodyPr spcFirstLastPara="1" wrap="square" lIns="0" tIns="45700" rIns="91425" bIns="0" anchor="b" anchorCtr="0">
            <a:normAutofit/>
          </a:bodyPr>
          <a:lstStyle>
            <a:lvl1pPr lvl="0" algn="l">
              <a:lnSpc>
                <a:spcPct val="90000"/>
              </a:lnSpc>
              <a:spcBef>
                <a:spcPts val="0"/>
              </a:spcBef>
              <a:spcAft>
                <a:spcPts val="0"/>
              </a:spcAft>
              <a:buClr>
                <a:schemeClr val="lt1"/>
              </a:buClr>
              <a:buSzPts val="4000"/>
              <a:buFont typeface="Arial"/>
              <a:buNone/>
              <a:defRPr sz="3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362328321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_1 column">
  <p:cSld name="Title and Content_1 column">
    <p:spTree>
      <p:nvGrpSpPr>
        <p:cNvPr id="1" name="Shape 32"/>
        <p:cNvGrpSpPr/>
        <p:nvPr/>
      </p:nvGrpSpPr>
      <p:grpSpPr>
        <a:xfrm>
          <a:off x="0" y="0"/>
          <a:ext cx="0" cy="0"/>
          <a:chOff x="0" y="0"/>
          <a:chExt cx="0" cy="0"/>
        </a:xfrm>
      </p:grpSpPr>
      <p:sp>
        <p:nvSpPr>
          <p:cNvPr id="33" name="Google Shape;33;p14"/>
          <p:cNvSpPr txBox="1">
            <a:spLocks noGrp="1"/>
          </p:cNvSpPr>
          <p:nvPr>
            <p:ph type="title"/>
          </p:nvPr>
        </p:nvSpPr>
        <p:spPr>
          <a:xfrm>
            <a:off x="371475" y="342900"/>
            <a:ext cx="8001000" cy="800100"/>
          </a:xfrm>
          <a:prstGeom prst="rect">
            <a:avLst/>
          </a:prstGeom>
          <a:noFill/>
          <a:ln>
            <a:noFill/>
          </a:ln>
        </p:spPr>
        <p:txBody>
          <a:bodyPr spcFirstLastPara="1" wrap="square" lIns="0" tIns="45700" rIns="91425" bIns="0" anchor="b" anchorCtr="0">
            <a:normAutofit/>
          </a:bodyPr>
          <a:lstStyle>
            <a:lvl1pPr lvl="0" algn="l">
              <a:lnSpc>
                <a:spcPct val="90000"/>
              </a:lnSpc>
              <a:spcBef>
                <a:spcPts val="0"/>
              </a:spcBef>
              <a:spcAft>
                <a:spcPts val="0"/>
              </a:spcAft>
              <a:buClr>
                <a:srgbClr val="353535"/>
              </a:buClr>
              <a:buSzPts val="3200"/>
              <a:buFont typeface="Arial"/>
              <a:buNone/>
              <a:defRPr>
                <a:solidFill>
                  <a:srgbClr val="35353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4" name="Google Shape;34;p14"/>
          <p:cNvSpPr txBox="1">
            <a:spLocks noGrp="1"/>
          </p:cNvSpPr>
          <p:nvPr>
            <p:ph type="ftr" idx="11"/>
          </p:nvPr>
        </p:nvSpPr>
        <p:spPr>
          <a:xfrm>
            <a:off x="0" y="4862643"/>
            <a:ext cx="795440" cy="290833"/>
          </a:xfrm>
          <a:prstGeom prst="rect">
            <a:avLst/>
          </a:prstGeom>
          <a:solidFill>
            <a:schemeClr val="accent1"/>
          </a:solidFill>
          <a:ln>
            <a:noFill/>
          </a:ln>
        </p:spPr>
        <p:txBody>
          <a:bodyPr spcFirstLastPara="1" wrap="square" lIns="91425" tIns="64000" rIns="91425" bIns="6400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35" name="Google Shape;35;p14"/>
          <p:cNvSpPr/>
          <p:nvPr/>
        </p:nvSpPr>
        <p:spPr>
          <a:xfrm>
            <a:off x="371476" y="1219278"/>
            <a:ext cx="353642" cy="70505"/>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36" name="Google Shape;36;p14"/>
          <p:cNvSpPr txBox="1">
            <a:spLocks noGrp="1"/>
          </p:cNvSpPr>
          <p:nvPr>
            <p:ph type="body" idx="1"/>
          </p:nvPr>
        </p:nvSpPr>
        <p:spPr>
          <a:xfrm>
            <a:off x="1114425" y="1380336"/>
            <a:ext cx="7258050" cy="3334540"/>
          </a:xfrm>
          <a:prstGeom prst="rect">
            <a:avLst/>
          </a:prstGeom>
          <a:noFill/>
          <a:ln>
            <a:noFill/>
          </a:ln>
        </p:spPr>
        <p:txBody>
          <a:bodyPr spcFirstLastPara="1" wrap="square" lIns="0" tIns="45700" rIns="91425" bIns="45700" anchor="t" anchorCtr="0">
            <a:normAutofit/>
          </a:bodyPr>
          <a:lstStyle>
            <a:lvl1pPr marL="342900" lvl="0" indent="-282893" algn="l">
              <a:lnSpc>
                <a:spcPct val="90000"/>
              </a:lnSpc>
              <a:spcBef>
                <a:spcPts val="750"/>
              </a:spcBef>
              <a:spcAft>
                <a:spcPts val="0"/>
              </a:spcAft>
              <a:buSzPts val="2340"/>
              <a:buFont typeface="Arial"/>
              <a:buChar char="•"/>
              <a:defRPr sz="1950">
                <a:solidFill>
                  <a:srgbClr val="353535"/>
                </a:solidFill>
              </a:defRPr>
            </a:lvl1pPr>
            <a:lvl2pPr marL="685800" lvl="1" indent="-271463" algn="l">
              <a:lnSpc>
                <a:spcPct val="90000"/>
              </a:lnSpc>
              <a:spcBef>
                <a:spcPts val="375"/>
              </a:spcBef>
              <a:spcAft>
                <a:spcPts val="0"/>
              </a:spcAft>
              <a:buClr>
                <a:schemeClr val="dk1"/>
              </a:buClr>
              <a:buSzPts val="2100"/>
              <a:buChar char="•"/>
              <a:defRPr sz="1575"/>
            </a:lvl2pPr>
            <a:lvl3pPr marL="1028700" lvl="2" indent="-271463" algn="l">
              <a:lnSpc>
                <a:spcPct val="90000"/>
              </a:lnSpc>
              <a:spcBef>
                <a:spcPts val="375"/>
              </a:spcBef>
              <a:spcAft>
                <a:spcPts val="0"/>
              </a:spcAft>
              <a:buClr>
                <a:schemeClr val="dk1"/>
              </a:buClr>
              <a:buSzPts val="2100"/>
              <a:buChar char="•"/>
              <a:defRPr sz="1575"/>
            </a:lvl3pPr>
            <a:lvl4pPr marL="1371600" lvl="3" indent="-271463" algn="l">
              <a:lnSpc>
                <a:spcPct val="90000"/>
              </a:lnSpc>
              <a:spcBef>
                <a:spcPts val="375"/>
              </a:spcBef>
              <a:spcAft>
                <a:spcPts val="0"/>
              </a:spcAft>
              <a:buClr>
                <a:schemeClr val="dk1"/>
              </a:buClr>
              <a:buSzPts val="2100"/>
              <a:buChar char="•"/>
              <a:defRPr sz="1575"/>
            </a:lvl4pPr>
            <a:lvl5pPr marL="1714500" lvl="4" indent="-271463" algn="l">
              <a:lnSpc>
                <a:spcPct val="90000"/>
              </a:lnSpc>
              <a:spcBef>
                <a:spcPts val="375"/>
              </a:spcBef>
              <a:spcAft>
                <a:spcPts val="0"/>
              </a:spcAft>
              <a:buClr>
                <a:schemeClr val="dk1"/>
              </a:buClr>
              <a:buSzPts val="2100"/>
              <a:buChar char="•"/>
              <a:defRPr sz="1575"/>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7" name="Google Shape;37;p14"/>
          <p:cNvSpPr txBox="1">
            <a:spLocks noGrp="1"/>
          </p:cNvSpPr>
          <p:nvPr>
            <p:ph type="body" idx="2"/>
          </p:nvPr>
        </p:nvSpPr>
        <p:spPr>
          <a:xfrm>
            <a:off x="1" y="4803272"/>
            <a:ext cx="4758995" cy="404959"/>
          </a:xfrm>
          <a:prstGeom prst="rect">
            <a:avLst/>
          </a:prstGeom>
          <a:solidFill>
            <a:schemeClr val="accent1"/>
          </a:solidFill>
          <a:ln>
            <a:noFill/>
          </a:ln>
        </p:spPr>
        <p:txBody>
          <a:bodyPr spcFirstLastPara="1" wrap="square" lIns="274300" tIns="64000" rIns="91425" bIns="91425" anchor="ctr" anchorCtr="0">
            <a:spAutoFit/>
          </a:bodyPr>
          <a:lstStyle>
            <a:lvl1pPr marL="342900" lvl="0" indent="-171450" algn="l">
              <a:lnSpc>
                <a:spcPct val="90000"/>
              </a:lnSpc>
              <a:spcBef>
                <a:spcPts val="750"/>
              </a:spcBef>
              <a:spcAft>
                <a:spcPts val="0"/>
              </a:spcAft>
              <a:buSzPts val="1260"/>
              <a:buNone/>
              <a:defRPr sz="1050">
                <a:solidFill>
                  <a:schemeClr val="lt1"/>
                </a:solidFill>
              </a:defRPr>
            </a:lvl1pPr>
            <a:lvl2pPr marL="685800" lvl="1" indent="-238125" algn="l">
              <a:lnSpc>
                <a:spcPct val="90000"/>
              </a:lnSpc>
              <a:spcBef>
                <a:spcPts val="375"/>
              </a:spcBef>
              <a:spcAft>
                <a:spcPts val="0"/>
              </a:spcAft>
              <a:buClr>
                <a:schemeClr val="dk1"/>
              </a:buClr>
              <a:buSzPts val="1400"/>
              <a:buChar char="•"/>
              <a:defRPr sz="1050"/>
            </a:lvl2pPr>
            <a:lvl3pPr marL="1028700" lvl="2" indent="-238125" algn="l">
              <a:lnSpc>
                <a:spcPct val="90000"/>
              </a:lnSpc>
              <a:spcBef>
                <a:spcPts val="375"/>
              </a:spcBef>
              <a:spcAft>
                <a:spcPts val="0"/>
              </a:spcAft>
              <a:buClr>
                <a:schemeClr val="dk1"/>
              </a:buClr>
              <a:buSzPts val="1400"/>
              <a:buChar char="•"/>
              <a:defRPr sz="1050"/>
            </a:lvl3pPr>
            <a:lvl4pPr marL="1371600" lvl="3" indent="-238125" algn="l">
              <a:lnSpc>
                <a:spcPct val="90000"/>
              </a:lnSpc>
              <a:spcBef>
                <a:spcPts val="375"/>
              </a:spcBef>
              <a:spcAft>
                <a:spcPts val="0"/>
              </a:spcAft>
              <a:buClr>
                <a:schemeClr val="dk1"/>
              </a:buClr>
              <a:buSzPts val="1400"/>
              <a:buChar char="•"/>
              <a:defRPr sz="1050"/>
            </a:lvl4pPr>
            <a:lvl5pPr marL="1714500" lvl="4" indent="-238125" algn="l">
              <a:lnSpc>
                <a:spcPct val="90000"/>
              </a:lnSpc>
              <a:spcBef>
                <a:spcPts val="375"/>
              </a:spcBef>
              <a:spcAft>
                <a:spcPts val="0"/>
              </a:spcAft>
              <a:buClr>
                <a:schemeClr val="dk1"/>
              </a:buClr>
              <a:buSzPts val="1400"/>
              <a:buChar char="•"/>
              <a:defRPr sz="105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873583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_2 columns">
  <p:cSld name="Title and Content_2 columns">
    <p:spTree>
      <p:nvGrpSpPr>
        <p:cNvPr id="1" name="Shape 38"/>
        <p:cNvGrpSpPr/>
        <p:nvPr/>
      </p:nvGrpSpPr>
      <p:grpSpPr>
        <a:xfrm>
          <a:off x="0" y="0"/>
          <a:ext cx="0" cy="0"/>
          <a:chOff x="0" y="0"/>
          <a:chExt cx="0" cy="0"/>
        </a:xfrm>
      </p:grpSpPr>
      <p:sp>
        <p:nvSpPr>
          <p:cNvPr id="39" name="Google Shape;39;p15"/>
          <p:cNvSpPr txBox="1">
            <a:spLocks noGrp="1"/>
          </p:cNvSpPr>
          <p:nvPr>
            <p:ph type="ftr" idx="11"/>
          </p:nvPr>
        </p:nvSpPr>
        <p:spPr>
          <a:xfrm>
            <a:off x="0" y="4862643"/>
            <a:ext cx="795440" cy="290833"/>
          </a:xfrm>
          <a:prstGeom prst="rect">
            <a:avLst/>
          </a:prstGeom>
          <a:solidFill>
            <a:schemeClr val="accent1"/>
          </a:solidFill>
          <a:ln>
            <a:noFill/>
          </a:ln>
        </p:spPr>
        <p:txBody>
          <a:bodyPr spcFirstLastPara="1" wrap="square" lIns="91425" tIns="64000" rIns="91425" bIns="6400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40" name="Google Shape;40;p15"/>
          <p:cNvSpPr/>
          <p:nvPr/>
        </p:nvSpPr>
        <p:spPr>
          <a:xfrm>
            <a:off x="371476" y="1219278"/>
            <a:ext cx="353642" cy="70505"/>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41" name="Google Shape;41;p15"/>
          <p:cNvSpPr txBox="1">
            <a:spLocks noGrp="1"/>
          </p:cNvSpPr>
          <p:nvPr>
            <p:ph type="body" idx="1"/>
          </p:nvPr>
        </p:nvSpPr>
        <p:spPr>
          <a:xfrm>
            <a:off x="1114425" y="1380336"/>
            <a:ext cx="3361911" cy="3334540"/>
          </a:xfrm>
          <a:prstGeom prst="rect">
            <a:avLst/>
          </a:prstGeom>
          <a:noFill/>
          <a:ln>
            <a:noFill/>
          </a:ln>
        </p:spPr>
        <p:txBody>
          <a:bodyPr spcFirstLastPara="1" wrap="square" lIns="0" tIns="45700" rIns="91425" bIns="45700" anchor="t" anchorCtr="0">
            <a:normAutofit/>
          </a:bodyPr>
          <a:lstStyle>
            <a:lvl1pPr marL="342900" lvl="0" indent="-282893" algn="l">
              <a:lnSpc>
                <a:spcPct val="90000"/>
              </a:lnSpc>
              <a:spcBef>
                <a:spcPts val="750"/>
              </a:spcBef>
              <a:spcAft>
                <a:spcPts val="0"/>
              </a:spcAft>
              <a:buSzPts val="2340"/>
              <a:buFont typeface="Arial"/>
              <a:buChar char="•"/>
              <a:defRPr sz="1950">
                <a:solidFill>
                  <a:schemeClr val="dk1"/>
                </a:solidFill>
              </a:defRPr>
            </a:lvl1pPr>
            <a:lvl2pPr marL="685800" lvl="1" indent="-271463" algn="l">
              <a:lnSpc>
                <a:spcPct val="90000"/>
              </a:lnSpc>
              <a:spcBef>
                <a:spcPts val="375"/>
              </a:spcBef>
              <a:spcAft>
                <a:spcPts val="0"/>
              </a:spcAft>
              <a:buClr>
                <a:schemeClr val="dk1"/>
              </a:buClr>
              <a:buSzPts val="2100"/>
              <a:buChar char="•"/>
              <a:defRPr sz="1575"/>
            </a:lvl2pPr>
            <a:lvl3pPr marL="1028700" lvl="2" indent="-271463" algn="l">
              <a:lnSpc>
                <a:spcPct val="90000"/>
              </a:lnSpc>
              <a:spcBef>
                <a:spcPts val="375"/>
              </a:spcBef>
              <a:spcAft>
                <a:spcPts val="0"/>
              </a:spcAft>
              <a:buClr>
                <a:schemeClr val="dk1"/>
              </a:buClr>
              <a:buSzPts val="2100"/>
              <a:buChar char="•"/>
              <a:defRPr sz="1575"/>
            </a:lvl3pPr>
            <a:lvl4pPr marL="1371600" lvl="3" indent="-271463" algn="l">
              <a:lnSpc>
                <a:spcPct val="90000"/>
              </a:lnSpc>
              <a:spcBef>
                <a:spcPts val="375"/>
              </a:spcBef>
              <a:spcAft>
                <a:spcPts val="0"/>
              </a:spcAft>
              <a:buClr>
                <a:schemeClr val="dk1"/>
              </a:buClr>
              <a:buSzPts val="2100"/>
              <a:buChar char="•"/>
              <a:defRPr sz="1575"/>
            </a:lvl4pPr>
            <a:lvl5pPr marL="1714500" lvl="4" indent="-271463" algn="l">
              <a:lnSpc>
                <a:spcPct val="90000"/>
              </a:lnSpc>
              <a:spcBef>
                <a:spcPts val="375"/>
              </a:spcBef>
              <a:spcAft>
                <a:spcPts val="0"/>
              </a:spcAft>
              <a:buClr>
                <a:schemeClr val="dk1"/>
              </a:buClr>
              <a:buSzPts val="2100"/>
              <a:buChar char="•"/>
              <a:defRPr sz="1575"/>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2" name="Google Shape;42;p15"/>
          <p:cNvSpPr txBox="1">
            <a:spLocks noGrp="1"/>
          </p:cNvSpPr>
          <p:nvPr>
            <p:ph type="body" idx="2"/>
          </p:nvPr>
        </p:nvSpPr>
        <p:spPr>
          <a:xfrm>
            <a:off x="1" y="4803272"/>
            <a:ext cx="4758995" cy="404959"/>
          </a:xfrm>
          <a:prstGeom prst="rect">
            <a:avLst/>
          </a:prstGeom>
          <a:solidFill>
            <a:schemeClr val="accent1"/>
          </a:solidFill>
          <a:ln>
            <a:noFill/>
          </a:ln>
        </p:spPr>
        <p:txBody>
          <a:bodyPr spcFirstLastPara="1" wrap="square" lIns="274300" tIns="64000" rIns="91425" bIns="91425" anchor="ctr" anchorCtr="0">
            <a:spAutoFit/>
          </a:bodyPr>
          <a:lstStyle>
            <a:lvl1pPr marL="342900" lvl="0" indent="-171450" algn="l">
              <a:lnSpc>
                <a:spcPct val="90000"/>
              </a:lnSpc>
              <a:spcBef>
                <a:spcPts val="750"/>
              </a:spcBef>
              <a:spcAft>
                <a:spcPts val="0"/>
              </a:spcAft>
              <a:buSzPts val="1260"/>
              <a:buNone/>
              <a:defRPr sz="1050">
                <a:solidFill>
                  <a:schemeClr val="lt1"/>
                </a:solidFill>
              </a:defRPr>
            </a:lvl1pPr>
            <a:lvl2pPr marL="685800" lvl="1" indent="-238125" algn="l">
              <a:lnSpc>
                <a:spcPct val="90000"/>
              </a:lnSpc>
              <a:spcBef>
                <a:spcPts val="375"/>
              </a:spcBef>
              <a:spcAft>
                <a:spcPts val="0"/>
              </a:spcAft>
              <a:buClr>
                <a:schemeClr val="dk1"/>
              </a:buClr>
              <a:buSzPts val="1400"/>
              <a:buChar char="•"/>
              <a:defRPr sz="1050"/>
            </a:lvl2pPr>
            <a:lvl3pPr marL="1028700" lvl="2" indent="-238125" algn="l">
              <a:lnSpc>
                <a:spcPct val="90000"/>
              </a:lnSpc>
              <a:spcBef>
                <a:spcPts val="375"/>
              </a:spcBef>
              <a:spcAft>
                <a:spcPts val="0"/>
              </a:spcAft>
              <a:buClr>
                <a:schemeClr val="dk1"/>
              </a:buClr>
              <a:buSzPts val="1400"/>
              <a:buChar char="•"/>
              <a:defRPr sz="1050"/>
            </a:lvl3pPr>
            <a:lvl4pPr marL="1371600" lvl="3" indent="-238125" algn="l">
              <a:lnSpc>
                <a:spcPct val="90000"/>
              </a:lnSpc>
              <a:spcBef>
                <a:spcPts val="375"/>
              </a:spcBef>
              <a:spcAft>
                <a:spcPts val="0"/>
              </a:spcAft>
              <a:buClr>
                <a:schemeClr val="dk1"/>
              </a:buClr>
              <a:buSzPts val="1400"/>
              <a:buChar char="•"/>
              <a:defRPr sz="1050"/>
            </a:lvl4pPr>
            <a:lvl5pPr marL="1714500" lvl="4" indent="-238125" algn="l">
              <a:lnSpc>
                <a:spcPct val="90000"/>
              </a:lnSpc>
              <a:spcBef>
                <a:spcPts val="375"/>
              </a:spcBef>
              <a:spcAft>
                <a:spcPts val="0"/>
              </a:spcAft>
              <a:buClr>
                <a:schemeClr val="dk1"/>
              </a:buClr>
              <a:buSzPts val="1400"/>
              <a:buChar char="•"/>
              <a:defRPr sz="105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3" name="Google Shape;43;p15"/>
          <p:cNvSpPr txBox="1">
            <a:spLocks noGrp="1"/>
          </p:cNvSpPr>
          <p:nvPr>
            <p:ph type="body" idx="3"/>
          </p:nvPr>
        </p:nvSpPr>
        <p:spPr>
          <a:xfrm>
            <a:off x="4667665" y="1380336"/>
            <a:ext cx="3704810" cy="3334540"/>
          </a:xfrm>
          <a:prstGeom prst="rect">
            <a:avLst/>
          </a:prstGeom>
          <a:noFill/>
          <a:ln>
            <a:noFill/>
          </a:ln>
        </p:spPr>
        <p:txBody>
          <a:bodyPr spcFirstLastPara="1" wrap="square" lIns="0" tIns="45700" rIns="91425" bIns="45700" anchor="t" anchorCtr="0">
            <a:normAutofit/>
          </a:bodyPr>
          <a:lstStyle>
            <a:lvl1pPr marL="342900" lvl="0" indent="-282893" algn="l">
              <a:lnSpc>
                <a:spcPct val="90000"/>
              </a:lnSpc>
              <a:spcBef>
                <a:spcPts val="750"/>
              </a:spcBef>
              <a:spcAft>
                <a:spcPts val="0"/>
              </a:spcAft>
              <a:buSzPts val="2340"/>
              <a:buFont typeface="Arial"/>
              <a:buChar char="•"/>
              <a:defRPr sz="1950">
                <a:solidFill>
                  <a:schemeClr val="dk1"/>
                </a:solidFill>
              </a:defRPr>
            </a:lvl1pPr>
            <a:lvl2pPr marL="685800" lvl="1" indent="-271463" algn="l">
              <a:lnSpc>
                <a:spcPct val="90000"/>
              </a:lnSpc>
              <a:spcBef>
                <a:spcPts val="375"/>
              </a:spcBef>
              <a:spcAft>
                <a:spcPts val="0"/>
              </a:spcAft>
              <a:buClr>
                <a:schemeClr val="dk1"/>
              </a:buClr>
              <a:buSzPts val="2100"/>
              <a:buChar char="•"/>
              <a:defRPr sz="1575"/>
            </a:lvl2pPr>
            <a:lvl3pPr marL="1028700" lvl="2" indent="-271463" algn="l">
              <a:lnSpc>
                <a:spcPct val="90000"/>
              </a:lnSpc>
              <a:spcBef>
                <a:spcPts val="375"/>
              </a:spcBef>
              <a:spcAft>
                <a:spcPts val="0"/>
              </a:spcAft>
              <a:buClr>
                <a:schemeClr val="dk1"/>
              </a:buClr>
              <a:buSzPts val="2100"/>
              <a:buChar char="•"/>
              <a:defRPr sz="1575"/>
            </a:lvl3pPr>
            <a:lvl4pPr marL="1371600" lvl="3" indent="-271463" algn="l">
              <a:lnSpc>
                <a:spcPct val="90000"/>
              </a:lnSpc>
              <a:spcBef>
                <a:spcPts val="375"/>
              </a:spcBef>
              <a:spcAft>
                <a:spcPts val="0"/>
              </a:spcAft>
              <a:buClr>
                <a:schemeClr val="dk1"/>
              </a:buClr>
              <a:buSzPts val="2100"/>
              <a:buChar char="•"/>
              <a:defRPr sz="1575"/>
            </a:lvl4pPr>
            <a:lvl5pPr marL="1714500" lvl="4" indent="-271463" algn="l">
              <a:lnSpc>
                <a:spcPct val="90000"/>
              </a:lnSpc>
              <a:spcBef>
                <a:spcPts val="375"/>
              </a:spcBef>
              <a:spcAft>
                <a:spcPts val="0"/>
              </a:spcAft>
              <a:buClr>
                <a:schemeClr val="dk1"/>
              </a:buClr>
              <a:buSzPts val="2100"/>
              <a:buChar char="•"/>
              <a:defRPr sz="1575"/>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4" name="Google Shape;44;p15"/>
          <p:cNvSpPr txBox="1">
            <a:spLocks noGrp="1"/>
          </p:cNvSpPr>
          <p:nvPr>
            <p:ph type="title"/>
          </p:nvPr>
        </p:nvSpPr>
        <p:spPr>
          <a:xfrm>
            <a:off x="371475" y="342900"/>
            <a:ext cx="8001000" cy="800100"/>
          </a:xfrm>
          <a:prstGeom prst="rect">
            <a:avLst/>
          </a:prstGeom>
          <a:noFill/>
          <a:ln>
            <a:noFill/>
          </a:ln>
        </p:spPr>
        <p:txBody>
          <a:bodyPr spcFirstLastPara="1" wrap="square" lIns="0" tIns="45700" rIns="91425" bIns="0" anchor="b" anchorCtr="0">
            <a:normAutofit/>
          </a:bodyPr>
          <a:lstStyle>
            <a:lvl1pPr lvl="0" algn="l">
              <a:lnSpc>
                <a:spcPct val="90000"/>
              </a:lnSpc>
              <a:spcBef>
                <a:spcPts val="0"/>
              </a:spcBef>
              <a:spcAft>
                <a:spcPts val="0"/>
              </a:spcAft>
              <a:buClr>
                <a:srgbClr val="353535"/>
              </a:buClr>
              <a:buSzPts val="3200"/>
              <a:buFont typeface="Arial"/>
              <a:buNone/>
              <a:defRPr>
                <a:solidFill>
                  <a:srgbClr val="35353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356685180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_red">
  <p:cSld name="Section Header_red">
    <p:spTree>
      <p:nvGrpSpPr>
        <p:cNvPr id="1" name="Shape 45"/>
        <p:cNvGrpSpPr/>
        <p:nvPr/>
      </p:nvGrpSpPr>
      <p:grpSpPr>
        <a:xfrm>
          <a:off x="0" y="0"/>
          <a:ext cx="0" cy="0"/>
          <a:chOff x="0" y="0"/>
          <a:chExt cx="0" cy="0"/>
        </a:xfrm>
      </p:grpSpPr>
      <p:pic>
        <p:nvPicPr>
          <p:cNvPr id="46" name="Google Shape;46;p16"/>
          <p:cNvPicPr preferRelativeResize="0"/>
          <p:nvPr/>
        </p:nvPicPr>
        <p:blipFill rotWithShape="1">
          <a:blip r:embed="rId2">
            <a:alphaModFix/>
          </a:blip>
          <a:srcRect/>
          <a:stretch/>
        </p:blipFill>
        <p:spPr>
          <a:xfrm>
            <a:off x="0" y="-6176"/>
            <a:ext cx="9144000" cy="5143500"/>
          </a:xfrm>
          <a:prstGeom prst="rect">
            <a:avLst/>
          </a:prstGeom>
          <a:noFill/>
          <a:ln>
            <a:noFill/>
          </a:ln>
        </p:spPr>
      </p:pic>
      <p:sp>
        <p:nvSpPr>
          <p:cNvPr id="47" name="Google Shape;47;p16"/>
          <p:cNvSpPr/>
          <p:nvPr/>
        </p:nvSpPr>
        <p:spPr>
          <a:xfrm>
            <a:off x="0" y="768096"/>
            <a:ext cx="8372475" cy="4369229"/>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48" name="Google Shape;48;p16"/>
          <p:cNvSpPr txBox="1">
            <a:spLocks noGrp="1"/>
          </p:cNvSpPr>
          <p:nvPr>
            <p:ph type="body" idx="1"/>
          </p:nvPr>
        </p:nvSpPr>
        <p:spPr>
          <a:xfrm>
            <a:off x="1114425" y="3170197"/>
            <a:ext cx="3948113" cy="265844"/>
          </a:xfrm>
          <a:prstGeom prst="rect">
            <a:avLst/>
          </a:prstGeom>
          <a:noFill/>
          <a:ln>
            <a:noFill/>
          </a:ln>
        </p:spPr>
        <p:txBody>
          <a:bodyPr spcFirstLastPara="1" wrap="square" lIns="0" tIns="45700" rIns="91425" bIns="45700" anchor="t" anchorCtr="0">
            <a:noAutofit/>
          </a:bodyPr>
          <a:lstStyle>
            <a:lvl1pPr marL="342900" lvl="0" indent="-171450" algn="l">
              <a:lnSpc>
                <a:spcPct val="90000"/>
              </a:lnSpc>
              <a:spcBef>
                <a:spcPts val="750"/>
              </a:spcBef>
              <a:spcAft>
                <a:spcPts val="0"/>
              </a:spcAft>
              <a:buSzPts val="2070"/>
              <a:buNone/>
              <a:defRPr sz="1725">
                <a:solidFill>
                  <a:srgbClr val="E8E8E8"/>
                </a:solidFill>
              </a:defRPr>
            </a:lvl1pPr>
            <a:lvl2pPr marL="685800" lvl="1" indent="-271463" algn="l">
              <a:lnSpc>
                <a:spcPct val="90000"/>
              </a:lnSpc>
              <a:spcBef>
                <a:spcPts val="375"/>
              </a:spcBef>
              <a:spcAft>
                <a:spcPts val="0"/>
              </a:spcAft>
              <a:buClr>
                <a:schemeClr val="dk1"/>
              </a:buClr>
              <a:buSzPts val="2100"/>
              <a:buChar char="•"/>
              <a:defRPr sz="1575"/>
            </a:lvl2pPr>
            <a:lvl3pPr marL="1028700" lvl="2" indent="-271463" algn="l">
              <a:lnSpc>
                <a:spcPct val="90000"/>
              </a:lnSpc>
              <a:spcBef>
                <a:spcPts val="375"/>
              </a:spcBef>
              <a:spcAft>
                <a:spcPts val="0"/>
              </a:spcAft>
              <a:buClr>
                <a:schemeClr val="dk1"/>
              </a:buClr>
              <a:buSzPts val="2100"/>
              <a:buChar char="•"/>
              <a:defRPr sz="1575"/>
            </a:lvl3pPr>
            <a:lvl4pPr marL="1371600" lvl="3" indent="-271463" algn="l">
              <a:lnSpc>
                <a:spcPct val="90000"/>
              </a:lnSpc>
              <a:spcBef>
                <a:spcPts val="375"/>
              </a:spcBef>
              <a:spcAft>
                <a:spcPts val="0"/>
              </a:spcAft>
              <a:buClr>
                <a:schemeClr val="dk1"/>
              </a:buClr>
              <a:buSzPts val="2100"/>
              <a:buChar char="•"/>
              <a:defRPr sz="1575"/>
            </a:lvl4pPr>
            <a:lvl5pPr marL="1714500" lvl="4" indent="-271463" algn="l">
              <a:lnSpc>
                <a:spcPct val="90000"/>
              </a:lnSpc>
              <a:spcBef>
                <a:spcPts val="375"/>
              </a:spcBef>
              <a:spcAft>
                <a:spcPts val="0"/>
              </a:spcAft>
              <a:buClr>
                <a:schemeClr val="dk1"/>
              </a:buClr>
              <a:buSzPts val="2100"/>
              <a:buChar char="•"/>
              <a:defRPr sz="1575"/>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16"/>
          <p:cNvSpPr/>
          <p:nvPr/>
        </p:nvSpPr>
        <p:spPr>
          <a:xfrm>
            <a:off x="6535674" y="768096"/>
            <a:ext cx="1836801" cy="4375404"/>
          </a:xfrm>
          <a:custGeom>
            <a:avLst/>
            <a:gdLst/>
            <a:ahLst/>
            <a:cxnLst/>
            <a:rect l="l" t="t" r="r" b="b"/>
            <a:pathLst>
              <a:path w="3290316" h="6193766" extrusionOk="0">
                <a:moveTo>
                  <a:pt x="0" y="0"/>
                </a:moveTo>
                <a:lnTo>
                  <a:pt x="1490472" y="0"/>
                </a:lnTo>
                <a:lnTo>
                  <a:pt x="2980944" y="0"/>
                </a:lnTo>
                <a:lnTo>
                  <a:pt x="3290316" y="0"/>
                </a:lnTo>
                <a:lnTo>
                  <a:pt x="3290316" y="6185532"/>
                </a:lnTo>
                <a:lnTo>
                  <a:pt x="1492453" y="6185532"/>
                </a:lnTo>
                <a:lnTo>
                  <a:pt x="1490472" y="6193766"/>
                </a:lnTo>
                <a:close/>
              </a:path>
            </a:pathLst>
          </a:custGeom>
          <a:solidFill>
            <a:srgbClr val="930309">
              <a:alpha val="24705"/>
            </a:srgbClr>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50" name="Google Shape;50;p16"/>
          <p:cNvSpPr/>
          <p:nvPr/>
        </p:nvSpPr>
        <p:spPr>
          <a:xfrm>
            <a:off x="8630295" y="1"/>
            <a:ext cx="427981" cy="768302"/>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pic>
        <p:nvPicPr>
          <p:cNvPr id="51" name="Google Shape;51;p16" descr="Logo&#10;&#10;Description automatically generated"/>
          <p:cNvPicPr preferRelativeResize="0"/>
          <p:nvPr/>
        </p:nvPicPr>
        <p:blipFill rotWithShape="1">
          <a:blip r:embed="rId3">
            <a:alphaModFix/>
          </a:blip>
          <a:srcRect/>
          <a:stretch/>
        </p:blipFill>
        <p:spPr>
          <a:xfrm>
            <a:off x="8673238" y="166669"/>
            <a:ext cx="342092" cy="537572"/>
          </a:xfrm>
          <a:prstGeom prst="rect">
            <a:avLst/>
          </a:prstGeom>
          <a:noFill/>
          <a:ln>
            <a:noFill/>
          </a:ln>
        </p:spPr>
      </p:pic>
      <p:sp>
        <p:nvSpPr>
          <p:cNvPr id="52" name="Google Shape;52;p16"/>
          <p:cNvSpPr/>
          <p:nvPr/>
        </p:nvSpPr>
        <p:spPr>
          <a:xfrm>
            <a:off x="1114426" y="3005553"/>
            <a:ext cx="353642" cy="70505"/>
          </a:xfrm>
          <a:prstGeom prst="rect">
            <a:avLst/>
          </a:prstGeom>
          <a:solidFill>
            <a:schemeClr val="l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53" name="Google Shape;53;p16"/>
          <p:cNvSpPr txBox="1">
            <a:spLocks noGrp="1"/>
          </p:cNvSpPr>
          <p:nvPr>
            <p:ph type="title"/>
          </p:nvPr>
        </p:nvSpPr>
        <p:spPr>
          <a:xfrm>
            <a:off x="1114425" y="1885950"/>
            <a:ext cx="6209402" cy="1025465"/>
          </a:xfrm>
          <a:prstGeom prst="rect">
            <a:avLst/>
          </a:prstGeom>
          <a:noFill/>
          <a:ln>
            <a:noFill/>
          </a:ln>
        </p:spPr>
        <p:txBody>
          <a:bodyPr spcFirstLastPara="1" wrap="square" lIns="0" tIns="45700" rIns="91425" bIns="0" anchor="b" anchorCtr="0">
            <a:normAutofit/>
          </a:bodyPr>
          <a:lstStyle>
            <a:lvl1pPr lvl="0" algn="l">
              <a:lnSpc>
                <a:spcPct val="90000"/>
              </a:lnSpc>
              <a:spcBef>
                <a:spcPts val="0"/>
              </a:spcBef>
              <a:spcAft>
                <a:spcPts val="0"/>
              </a:spcAft>
              <a:buClr>
                <a:schemeClr val="lt1"/>
              </a:buClr>
              <a:buSzPts val="4000"/>
              <a:buFont typeface="Arial"/>
              <a:buNone/>
              <a:defRPr sz="3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173074403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_black">
  <p:cSld name="Section Header_black">
    <p:spTree>
      <p:nvGrpSpPr>
        <p:cNvPr id="1" name="Shape 54"/>
        <p:cNvGrpSpPr/>
        <p:nvPr/>
      </p:nvGrpSpPr>
      <p:grpSpPr>
        <a:xfrm>
          <a:off x="0" y="0"/>
          <a:ext cx="0" cy="0"/>
          <a:chOff x="0" y="0"/>
          <a:chExt cx="0" cy="0"/>
        </a:xfrm>
      </p:grpSpPr>
      <p:pic>
        <p:nvPicPr>
          <p:cNvPr id="55" name="Google Shape;55;p17"/>
          <p:cNvPicPr preferRelativeResize="0"/>
          <p:nvPr/>
        </p:nvPicPr>
        <p:blipFill rotWithShape="1">
          <a:blip r:embed="rId2">
            <a:alphaModFix/>
          </a:blip>
          <a:srcRect/>
          <a:stretch/>
        </p:blipFill>
        <p:spPr>
          <a:xfrm>
            <a:off x="0" y="-6176"/>
            <a:ext cx="9144000" cy="5143500"/>
          </a:xfrm>
          <a:prstGeom prst="rect">
            <a:avLst/>
          </a:prstGeom>
          <a:noFill/>
          <a:ln>
            <a:noFill/>
          </a:ln>
        </p:spPr>
      </p:pic>
      <p:sp>
        <p:nvSpPr>
          <p:cNvPr id="56" name="Google Shape;56;p17"/>
          <p:cNvSpPr/>
          <p:nvPr/>
        </p:nvSpPr>
        <p:spPr>
          <a:xfrm>
            <a:off x="0" y="768096"/>
            <a:ext cx="8372475" cy="4375404"/>
          </a:xfrm>
          <a:prstGeom prst="rect">
            <a:avLst/>
          </a:prstGeom>
          <a:solidFill>
            <a:schemeClr val="dk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57" name="Google Shape;57;p17"/>
          <p:cNvSpPr txBox="1">
            <a:spLocks noGrp="1"/>
          </p:cNvSpPr>
          <p:nvPr>
            <p:ph type="body" idx="1"/>
          </p:nvPr>
        </p:nvSpPr>
        <p:spPr>
          <a:xfrm>
            <a:off x="1114425" y="3170197"/>
            <a:ext cx="3948113" cy="265844"/>
          </a:xfrm>
          <a:prstGeom prst="rect">
            <a:avLst/>
          </a:prstGeom>
          <a:noFill/>
          <a:ln>
            <a:noFill/>
          </a:ln>
        </p:spPr>
        <p:txBody>
          <a:bodyPr spcFirstLastPara="1" wrap="square" lIns="0" tIns="45700" rIns="91425" bIns="45700" anchor="t" anchorCtr="0">
            <a:noAutofit/>
          </a:bodyPr>
          <a:lstStyle>
            <a:lvl1pPr marL="342900" lvl="0" indent="-171450" algn="l">
              <a:lnSpc>
                <a:spcPct val="90000"/>
              </a:lnSpc>
              <a:spcBef>
                <a:spcPts val="750"/>
              </a:spcBef>
              <a:spcAft>
                <a:spcPts val="0"/>
              </a:spcAft>
              <a:buSzPts val="2070"/>
              <a:buNone/>
              <a:defRPr sz="1725">
                <a:solidFill>
                  <a:srgbClr val="C7C7C7"/>
                </a:solidFill>
              </a:defRPr>
            </a:lvl1pPr>
            <a:lvl2pPr marL="685800" lvl="1" indent="-271463" algn="l">
              <a:lnSpc>
                <a:spcPct val="90000"/>
              </a:lnSpc>
              <a:spcBef>
                <a:spcPts val="375"/>
              </a:spcBef>
              <a:spcAft>
                <a:spcPts val="0"/>
              </a:spcAft>
              <a:buClr>
                <a:schemeClr val="dk1"/>
              </a:buClr>
              <a:buSzPts val="2100"/>
              <a:buChar char="•"/>
              <a:defRPr sz="1575"/>
            </a:lvl2pPr>
            <a:lvl3pPr marL="1028700" lvl="2" indent="-271463" algn="l">
              <a:lnSpc>
                <a:spcPct val="90000"/>
              </a:lnSpc>
              <a:spcBef>
                <a:spcPts val="375"/>
              </a:spcBef>
              <a:spcAft>
                <a:spcPts val="0"/>
              </a:spcAft>
              <a:buClr>
                <a:schemeClr val="dk1"/>
              </a:buClr>
              <a:buSzPts val="2100"/>
              <a:buChar char="•"/>
              <a:defRPr sz="1575"/>
            </a:lvl3pPr>
            <a:lvl4pPr marL="1371600" lvl="3" indent="-271463" algn="l">
              <a:lnSpc>
                <a:spcPct val="90000"/>
              </a:lnSpc>
              <a:spcBef>
                <a:spcPts val="375"/>
              </a:spcBef>
              <a:spcAft>
                <a:spcPts val="0"/>
              </a:spcAft>
              <a:buClr>
                <a:schemeClr val="dk1"/>
              </a:buClr>
              <a:buSzPts val="2100"/>
              <a:buChar char="•"/>
              <a:defRPr sz="1575"/>
            </a:lvl4pPr>
            <a:lvl5pPr marL="1714500" lvl="4" indent="-271463" algn="l">
              <a:lnSpc>
                <a:spcPct val="90000"/>
              </a:lnSpc>
              <a:spcBef>
                <a:spcPts val="375"/>
              </a:spcBef>
              <a:spcAft>
                <a:spcPts val="0"/>
              </a:spcAft>
              <a:buClr>
                <a:schemeClr val="dk1"/>
              </a:buClr>
              <a:buSzPts val="2100"/>
              <a:buChar char="•"/>
              <a:defRPr sz="1575"/>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8" name="Google Shape;58;p17"/>
          <p:cNvSpPr/>
          <p:nvPr/>
        </p:nvSpPr>
        <p:spPr>
          <a:xfrm>
            <a:off x="8630295" y="1"/>
            <a:ext cx="427981" cy="768302"/>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pic>
        <p:nvPicPr>
          <p:cNvPr id="59" name="Google Shape;59;p17" descr="Logo&#10;&#10;Description automatically generated"/>
          <p:cNvPicPr preferRelativeResize="0"/>
          <p:nvPr/>
        </p:nvPicPr>
        <p:blipFill rotWithShape="1">
          <a:blip r:embed="rId3">
            <a:alphaModFix/>
          </a:blip>
          <a:srcRect/>
          <a:stretch/>
        </p:blipFill>
        <p:spPr>
          <a:xfrm>
            <a:off x="8673238" y="166669"/>
            <a:ext cx="342092" cy="537572"/>
          </a:xfrm>
          <a:prstGeom prst="rect">
            <a:avLst/>
          </a:prstGeom>
          <a:noFill/>
          <a:ln>
            <a:noFill/>
          </a:ln>
        </p:spPr>
      </p:pic>
      <p:sp>
        <p:nvSpPr>
          <p:cNvPr id="60" name="Google Shape;60;p17"/>
          <p:cNvSpPr/>
          <p:nvPr/>
        </p:nvSpPr>
        <p:spPr>
          <a:xfrm>
            <a:off x="1114426" y="3005553"/>
            <a:ext cx="353642" cy="70505"/>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61" name="Google Shape;61;p17"/>
          <p:cNvSpPr/>
          <p:nvPr/>
        </p:nvSpPr>
        <p:spPr>
          <a:xfrm>
            <a:off x="6535674" y="768096"/>
            <a:ext cx="1836801" cy="4375404"/>
          </a:xfrm>
          <a:custGeom>
            <a:avLst/>
            <a:gdLst/>
            <a:ahLst/>
            <a:cxnLst/>
            <a:rect l="l" t="t" r="r" b="b"/>
            <a:pathLst>
              <a:path w="3290316" h="6193766" extrusionOk="0">
                <a:moveTo>
                  <a:pt x="0" y="0"/>
                </a:moveTo>
                <a:lnTo>
                  <a:pt x="1490472" y="0"/>
                </a:lnTo>
                <a:lnTo>
                  <a:pt x="2980944" y="0"/>
                </a:lnTo>
                <a:lnTo>
                  <a:pt x="3290316" y="0"/>
                </a:lnTo>
                <a:lnTo>
                  <a:pt x="3290316" y="6185532"/>
                </a:lnTo>
                <a:lnTo>
                  <a:pt x="1492453" y="6185532"/>
                </a:lnTo>
                <a:lnTo>
                  <a:pt x="1490472" y="6193766"/>
                </a:lnTo>
                <a:close/>
              </a:path>
            </a:pathLst>
          </a:custGeom>
          <a:solidFill>
            <a:srgbClr val="575757">
              <a:alpha val="24705"/>
            </a:srgbClr>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62" name="Google Shape;62;p17"/>
          <p:cNvSpPr txBox="1">
            <a:spLocks noGrp="1"/>
          </p:cNvSpPr>
          <p:nvPr>
            <p:ph type="title"/>
          </p:nvPr>
        </p:nvSpPr>
        <p:spPr>
          <a:xfrm>
            <a:off x="1114425" y="1875651"/>
            <a:ext cx="6209402" cy="1025465"/>
          </a:xfrm>
          <a:prstGeom prst="rect">
            <a:avLst/>
          </a:prstGeom>
          <a:noFill/>
          <a:ln>
            <a:noFill/>
          </a:ln>
        </p:spPr>
        <p:txBody>
          <a:bodyPr spcFirstLastPara="1" wrap="square" lIns="0" tIns="45700" rIns="91425" bIns="0" anchor="b" anchorCtr="0">
            <a:normAutofit/>
          </a:bodyPr>
          <a:lstStyle>
            <a:lvl1pPr lvl="0" algn="l">
              <a:lnSpc>
                <a:spcPct val="90000"/>
              </a:lnSpc>
              <a:spcBef>
                <a:spcPts val="0"/>
              </a:spcBef>
              <a:spcAft>
                <a:spcPts val="0"/>
              </a:spcAft>
              <a:buClr>
                <a:schemeClr val="lt1"/>
              </a:buClr>
              <a:buSzPts val="4000"/>
              <a:buFont typeface="Arial"/>
              <a:buNone/>
              <a:defRPr sz="3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414552246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63"/>
        <p:cNvGrpSpPr/>
        <p:nvPr/>
      </p:nvGrpSpPr>
      <p:grpSpPr>
        <a:xfrm>
          <a:off x="0" y="0"/>
          <a:ext cx="0" cy="0"/>
          <a:chOff x="0" y="0"/>
          <a:chExt cx="0" cy="0"/>
        </a:xfrm>
      </p:grpSpPr>
      <p:sp>
        <p:nvSpPr>
          <p:cNvPr id="64" name="Google Shape;64;p18"/>
          <p:cNvSpPr txBox="1">
            <a:spLocks noGrp="1"/>
          </p:cNvSpPr>
          <p:nvPr>
            <p:ph type="ftr" idx="11"/>
          </p:nvPr>
        </p:nvSpPr>
        <p:spPr>
          <a:xfrm>
            <a:off x="0" y="4862643"/>
            <a:ext cx="795440" cy="290833"/>
          </a:xfrm>
          <a:prstGeom prst="rect">
            <a:avLst/>
          </a:prstGeom>
          <a:solidFill>
            <a:schemeClr val="accent1"/>
          </a:solidFill>
          <a:ln>
            <a:noFill/>
          </a:ln>
        </p:spPr>
        <p:txBody>
          <a:bodyPr spcFirstLastPara="1" wrap="square" lIns="91425" tIns="64000" rIns="91425" bIns="6400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5" name="Google Shape;65;p18"/>
          <p:cNvSpPr txBox="1">
            <a:spLocks noGrp="1"/>
          </p:cNvSpPr>
          <p:nvPr>
            <p:ph type="title"/>
          </p:nvPr>
        </p:nvSpPr>
        <p:spPr>
          <a:xfrm>
            <a:off x="0" y="-133126"/>
            <a:ext cx="8001000" cy="133126"/>
          </a:xfrm>
          <a:prstGeom prst="rect">
            <a:avLst/>
          </a:prstGeom>
          <a:noFill/>
          <a:ln>
            <a:noFill/>
          </a:ln>
        </p:spPr>
        <p:txBody>
          <a:bodyPr spcFirstLastPara="1" wrap="square" lIns="0" tIns="45700" rIns="0" bIns="0" anchor="b" anchorCtr="0">
            <a:normAutofit/>
          </a:bodyPr>
          <a:lstStyle>
            <a:lvl1pPr lvl="0" algn="l">
              <a:lnSpc>
                <a:spcPct val="90000"/>
              </a:lnSpc>
              <a:spcBef>
                <a:spcPts val="0"/>
              </a:spcBef>
              <a:spcAft>
                <a:spcPts val="0"/>
              </a:spcAft>
              <a:buClr>
                <a:schemeClr val="dk1"/>
              </a:buClr>
              <a:buSzPts val="1200"/>
              <a:buFont typeface="Arial"/>
              <a:buNone/>
              <a:defRPr sz="900" b="0" i="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285166934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End-red">
  <p:cSld name="End-red">
    <p:spTree>
      <p:nvGrpSpPr>
        <p:cNvPr id="1" name="Shape 66"/>
        <p:cNvGrpSpPr/>
        <p:nvPr/>
      </p:nvGrpSpPr>
      <p:grpSpPr>
        <a:xfrm>
          <a:off x="0" y="0"/>
          <a:ext cx="0" cy="0"/>
          <a:chOff x="0" y="0"/>
          <a:chExt cx="0" cy="0"/>
        </a:xfrm>
      </p:grpSpPr>
      <p:sp>
        <p:nvSpPr>
          <p:cNvPr id="67" name="Google Shape;67;p19"/>
          <p:cNvSpPr/>
          <p:nvPr/>
        </p:nvSpPr>
        <p:spPr>
          <a:xfrm>
            <a:off x="0" y="-7454"/>
            <a:ext cx="9144000" cy="5143500"/>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pic>
        <p:nvPicPr>
          <p:cNvPr id="68" name="Google Shape;68;p19" descr="UW–Madison logo in white text on a red background"/>
          <p:cNvPicPr preferRelativeResize="0"/>
          <p:nvPr/>
        </p:nvPicPr>
        <p:blipFill rotWithShape="1">
          <a:blip r:embed="rId2">
            <a:alphaModFix/>
          </a:blip>
          <a:srcRect/>
          <a:stretch/>
        </p:blipFill>
        <p:spPr>
          <a:xfrm>
            <a:off x="3417819" y="2183461"/>
            <a:ext cx="2308363" cy="776579"/>
          </a:xfrm>
          <a:prstGeom prst="rect">
            <a:avLst/>
          </a:prstGeom>
          <a:noFill/>
          <a:ln>
            <a:noFill/>
          </a:ln>
        </p:spPr>
      </p:pic>
      <p:sp>
        <p:nvSpPr>
          <p:cNvPr id="69" name="Google Shape;69;p19"/>
          <p:cNvSpPr txBox="1">
            <a:spLocks noGrp="1"/>
          </p:cNvSpPr>
          <p:nvPr>
            <p:ph type="title"/>
          </p:nvPr>
        </p:nvSpPr>
        <p:spPr>
          <a:xfrm>
            <a:off x="0" y="-156717"/>
            <a:ext cx="8001000" cy="141194"/>
          </a:xfrm>
          <a:prstGeom prst="rect">
            <a:avLst/>
          </a:prstGeom>
          <a:noFill/>
          <a:ln>
            <a:noFill/>
          </a:ln>
        </p:spPr>
        <p:txBody>
          <a:bodyPr spcFirstLastPara="1" wrap="square" lIns="0" tIns="45700" rIns="0" bIns="0" anchor="b" anchorCtr="0">
            <a:normAutofit/>
          </a:bodyPr>
          <a:lstStyle>
            <a:lvl1pPr lvl="0" algn="l">
              <a:lnSpc>
                <a:spcPct val="90000"/>
              </a:lnSpc>
              <a:spcBef>
                <a:spcPts val="0"/>
              </a:spcBef>
              <a:spcAft>
                <a:spcPts val="0"/>
              </a:spcAft>
              <a:buClr>
                <a:schemeClr val="dk1"/>
              </a:buClr>
              <a:buSzPts val="1200"/>
              <a:buFont typeface="Arial"/>
              <a:buNone/>
              <a:defRPr sz="900" b="0" i="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328282495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End-black">
  <p:cSld name="End-black">
    <p:spTree>
      <p:nvGrpSpPr>
        <p:cNvPr id="1" name="Shape 70"/>
        <p:cNvGrpSpPr/>
        <p:nvPr/>
      </p:nvGrpSpPr>
      <p:grpSpPr>
        <a:xfrm>
          <a:off x="0" y="0"/>
          <a:ext cx="0" cy="0"/>
          <a:chOff x="0" y="0"/>
          <a:chExt cx="0" cy="0"/>
        </a:xfrm>
      </p:grpSpPr>
      <p:sp>
        <p:nvSpPr>
          <p:cNvPr id="71" name="Google Shape;71;p20"/>
          <p:cNvSpPr/>
          <p:nvPr/>
        </p:nvSpPr>
        <p:spPr>
          <a:xfrm>
            <a:off x="0" y="-7454"/>
            <a:ext cx="9144000" cy="5143500"/>
          </a:xfrm>
          <a:prstGeom prst="rect">
            <a:avLst/>
          </a:prstGeom>
          <a:solidFill>
            <a:schemeClr val="dk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pic>
        <p:nvPicPr>
          <p:cNvPr id="72" name="Google Shape;72;p20" descr="UW–Madison logo with white text on a black background"/>
          <p:cNvPicPr preferRelativeResize="0"/>
          <p:nvPr/>
        </p:nvPicPr>
        <p:blipFill rotWithShape="1">
          <a:blip r:embed="rId2">
            <a:alphaModFix/>
          </a:blip>
          <a:srcRect/>
          <a:stretch/>
        </p:blipFill>
        <p:spPr>
          <a:xfrm>
            <a:off x="3417819" y="2183461"/>
            <a:ext cx="2308363" cy="776579"/>
          </a:xfrm>
          <a:prstGeom prst="rect">
            <a:avLst/>
          </a:prstGeom>
          <a:noFill/>
          <a:ln>
            <a:noFill/>
          </a:ln>
        </p:spPr>
      </p:pic>
      <p:sp>
        <p:nvSpPr>
          <p:cNvPr id="73" name="Google Shape;73;p20"/>
          <p:cNvSpPr txBox="1">
            <a:spLocks noGrp="1"/>
          </p:cNvSpPr>
          <p:nvPr>
            <p:ph type="title"/>
          </p:nvPr>
        </p:nvSpPr>
        <p:spPr>
          <a:xfrm>
            <a:off x="0" y="-188989"/>
            <a:ext cx="8001000" cy="181535"/>
          </a:xfrm>
          <a:prstGeom prst="rect">
            <a:avLst/>
          </a:prstGeom>
          <a:noFill/>
          <a:ln>
            <a:noFill/>
          </a:ln>
        </p:spPr>
        <p:txBody>
          <a:bodyPr spcFirstLastPara="1" wrap="square" lIns="0" tIns="45700" rIns="0" bIns="0" anchor="b" anchorCtr="0">
            <a:normAutofit/>
          </a:bodyPr>
          <a:lstStyle>
            <a:lvl1pPr lvl="0" algn="l">
              <a:lnSpc>
                <a:spcPct val="90000"/>
              </a:lnSpc>
              <a:spcBef>
                <a:spcPts val="0"/>
              </a:spcBef>
              <a:spcAft>
                <a:spcPts val="0"/>
              </a:spcAft>
              <a:buClr>
                <a:schemeClr val="dk1"/>
              </a:buClr>
              <a:buSzPts val="1200"/>
              <a:buFont typeface="Arial"/>
              <a:buNone/>
              <a:defRPr sz="900" b="0" i="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46643025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380172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0"/>
          <p:cNvSpPr txBox="1">
            <a:spLocks noGrp="1"/>
          </p:cNvSpPr>
          <p:nvPr>
            <p:ph type="title"/>
          </p:nvPr>
        </p:nvSpPr>
        <p:spPr>
          <a:xfrm>
            <a:off x="371475" y="342900"/>
            <a:ext cx="8001000" cy="800100"/>
          </a:xfrm>
          <a:prstGeom prst="rect">
            <a:avLst/>
          </a:prstGeom>
          <a:noFill/>
          <a:ln>
            <a:noFill/>
          </a:ln>
        </p:spPr>
        <p:txBody>
          <a:bodyPr spcFirstLastPara="1" wrap="square" lIns="0" tIns="45700" rIns="0" bIns="0" anchor="b" anchorCtr="0">
            <a:normAutofit/>
          </a:bodyPr>
          <a:lstStyle>
            <a:lvl1pPr marR="0" lvl="0" algn="l" rtl="0">
              <a:lnSpc>
                <a:spcPct val="90000"/>
              </a:lnSpc>
              <a:spcBef>
                <a:spcPts val="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0"/>
          <p:cNvSpPr txBox="1">
            <a:spLocks noGrp="1"/>
          </p:cNvSpPr>
          <p:nvPr>
            <p:ph type="body" idx="1"/>
          </p:nvPr>
        </p:nvSpPr>
        <p:spPr>
          <a:xfrm>
            <a:off x="1114425" y="1371600"/>
            <a:ext cx="7258050" cy="3343276"/>
          </a:xfrm>
          <a:prstGeom prst="rect">
            <a:avLst/>
          </a:prstGeom>
          <a:noFill/>
          <a:ln>
            <a:noFill/>
          </a:ln>
        </p:spPr>
        <p:txBody>
          <a:bodyPr spcFirstLastPara="1" wrap="square" lIns="0" tIns="45700" rIns="91425" bIns="45700" anchor="t" anchorCtr="0">
            <a:normAutofit/>
          </a:bodyPr>
          <a:lstStyle>
            <a:lvl1pPr marL="457200" marR="0" lvl="0" indent="-377190" algn="l" rtl="0">
              <a:lnSpc>
                <a:spcPct val="90000"/>
              </a:lnSpc>
              <a:spcBef>
                <a:spcPts val="1000"/>
              </a:spcBef>
              <a:spcAft>
                <a:spcPts val="0"/>
              </a:spcAft>
              <a:buClr>
                <a:schemeClr val="accent1"/>
              </a:buClr>
              <a:buSzPts val="2340"/>
              <a:buFont typeface="Arial"/>
              <a:buChar char="•"/>
              <a:defRPr sz="2600" b="0" i="0" u="none" strike="noStrike" cap="none">
                <a:solidFill>
                  <a:schemeClr val="dk1"/>
                </a:solidFill>
                <a:latin typeface="Arial"/>
                <a:ea typeface="Arial"/>
                <a:cs typeface="Arial"/>
                <a:sym typeface="Arial"/>
              </a:defRPr>
            </a:lvl1pPr>
            <a:lvl2pPr marL="914400" marR="0" lvl="1" indent="-361950" algn="l" rtl="0">
              <a:lnSpc>
                <a:spcPct val="90000"/>
              </a:lnSpc>
              <a:spcBef>
                <a:spcPts val="5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0"/>
          <p:cNvSpPr txBox="1">
            <a:spLocks noGrp="1"/>
          </p:cNvSpPr>
          <p:nvPr>
            <p:ph type="ftr" idx="11"/>
          </p:nvPr>
        </p:nvSpPr>
        <p:spPr>
          <a:xfrm>
            <a:off x="0" y="4862643"/>
            <a:ext cx="795440" cy="290833"/>
          </a:xfrm>
          <a:prstGeom prst="rect">
            <a:avLst/>
          </a:prstGeom>
          <a:solidFill>
            <a:schemeClr val="accent1"/>
          </a:solidFill>
          <a:ln>
            <a:noFill/>
          </a:ln>
        </p:spPr>
        <p:txBody>
          <a:bodyPr spcFirstLastPara="1" wrap="square" lIns="91425" tIns="64000" rIns="91425" bIns="64000" anchor="ctr" anchorCtr="0">
            <a:spAutoFit/>
          </a:bodyPr>
          <a:lstStyle>
            <a:lvl1pPr marR="0" lvl="0" algn="ctr" rtl="0">
              <a:spcBef>
                <a:spcPts val="0"/>
              </a:spcBef>
              <a:spcAft>
                <a:spcPts val="0"/>
              </a:spcAft>
              <a:buSzPts val="1400"/>
              <a:buNone/>
              <a:defRPr sz="105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lang="en-US"/>
          </a:p>
        </p:txBody>
      </p:sp>
      <p:sp>
        <p:nvSpPr>
          <p:cNvPr id="13" name="Google Shape;13;p10"/>
          <p:cNvSpPr/>
          <p:nvPr/>
        </p:nvSpPr>
        <p:spPr>
          <a:xfrm>
            <a:off x="8630295" y="1"/>
            <a:ext cx="427981" cy="768302"/>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pic>
        <p:nvPicPr>
          <p:cNvPr id="14" name="Google Shape;14;p10" descr="UW–Madison red crest logo&#10;"/>
          <p:cNvPicPr preferRelativeResize="0"/>
          <p:nvPr/>
        </p:nvPicPr>
        <p:blipFill rotWithShape="1">
          <a:blip r:embed="rId13">
            <a:alphaModFix/>
          </a:blip>
          <a:srcRect/>
          <a:stretch/>
        </p:blipFill>
        <p:spPr>
          <a:xfrm>
            <a:off x="8673238" y="166669"/>
            <a:ext cx="342092" cy="537572"/>
          </a:xfrm>
          <a:prstGeom prst="rect">
            <a:avLst/>
          </a:prstGeom>
          <a:noFill/>
          <a:ln>
            <a:noFill/>
          </a:ln>
        </p:spPr>
      </p:pic>
    </p:spTree>
    <p:extLst>
      <p:ext uri="{BB962C8B-B14F-4D97-AF65-F5344CB8AC3E}">
        <p14:creationId xmlns:p14="http://schemas.microsoft.com/office/powerpoint/2010/main" val="2037656830"/>
      </p:ext>
    </p:extLst>
  </p:cSld>
  <p:clrMap bg1="lt1" tx1="dk1" bg2="dk2" tx2="lt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72">
          <p15:clr>
            <a:srgbClr val="F26B43"/>
          </p15:clr>
        </p15:guide>
        <p15:guide id="2" pos="72">
          <p15:clr>
            <a:srgbClr val="F26B43"/>
          </p15:clr>
        </p15:guide>
        <p15:guide id="3" pos="7608">
          <p15:clr>
            <a:srgbClr val="F26B43"/>
          </p15:clr>
        </p15:guide>
        <p15:guide id="4" pos="312">
          <p15:clr>
            <a:srgbClr val="F26B43"/>
          </p15:clr>
        </p15:guide>
        <p15:guide id="5" pos="7248">
          <p15:clr>
            <a:srgbClr val="F26B43"/>
          </p15:clr>
        </p15:guide>
        <p15:guide id="6" orient="horz" pos="4248">
          <p15:clr>
            <a:srgbClr val="F26B43"/>
          </p15:clr>
        </p15:guide>
        <p15:guide id="7" orient="horz" pos="288">
          <p15:clr>
            <a:srgbClr val="F26B43"/>
          </p15:clr>
        </p15:guide>
        <p15:guide id="8" orient="horz" pos="960">
          <p15:clr>
            <a:srgbClr val="F26B43"/>
          </p15:clr>
        </p15:guide>
        <p15:guide id="9" pos="7032">
          <p15:clr>
            <a:srgbClr val="F26B43"/>
          </p15:clr>
        </p15:guide>
        <p15:guide id="10" pos="936">
          <p15:clr>
            <a:srgbClr val="F26B43"/>
          </p15:clr>
        </p15:guide>
        <p15:guide id="11" orient="horz" pos="1152">
          <p15:clr>
            <a:srgbClr val="F26B43"/>
          </p15:clr>
        </p15:guide>
        <p15:guide id="12" orient="horz" pos="39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1">
            <a:extLst>
              <a:ext uri="{FF2B5EF4-FFF2-40B4-BE49-F238E27FC236}">
                <a16:creationId xmlns:a16="http://schemas.microsoft.com/office/drawing/2014/main" id="{D2AAD40C-7AF4-C50D-6D69-997109D564C7}"/>
              </a:ext>
            </a:extLst>
          </p:cNvPr>
          <p:cNvSpPr>
            <a:spLocks noGrp="1"/>
          </p:cNvSpPr>
          <p:nvPr>
            <p:ph type="body" idx="1"/>
          </p:nvPr>
        </p:nvSpPr>
        <p:spPr>
          <a:xfrm>
            <a:off x="1114425" y="3170196"/>
            <a:ext cx="4911725" cy="830304"/>
          </a:xfrm>
        </p:spPr>
        <p:txBody>
          <a:bodyPr/>
          <a:lstStyle/>
          <a:p>
            <a:r>
              <a:rPr lang="en-US" sz="1800"/>
              <a:t>Group 4: Akash Gogate, Ajeenckya Mahadik,                </a:t>
            </a:r>
          </a:p>
          <a:p>
            <a:r>
              <a:rPr lang="en-US" sz="1800"/>
              <a:t>               Pratik Sahu, </a:t>
            </a:r>
            <a:r>
              <a:rPr lang="en-US" sz="1800" err="1"/>
              <a:t>Bingye</a:t>
            </a:r>
            <a:r>
              <a:rPr lang="en-US" sz="1800"/>
              <a:t> Wu, </a:t>
            </a:r>
            <a:r>
              <a:rPr lang="en-US" sz="1800" err="1"/>
              <a:t>Fangkai</a:t>
            </a:r>
            <a:r>
              <a:rPr lang="en-US" sz="1800"/>
              <a:t> Yu</a:t>
            </a:r>
            <a:endParaRPr lang="en-US"/>
          </a:p>
        </p:txBody>
      </p:sp>
      <p:sp>
        <p:nvSpPr>
          <p:cNvPr id="11" name="Title 2">
            <a:extLst>
              <a:ext uri="{FF2B5EF4-FFF2-40B4-BE49-F238E27FC236}">
                <a16:creationId xmlns:a16="http://schemas.microsoft.com/office/drawing/2014/main" id="{19B4F0BF-7318-CE1D-B401-84F379AF7762}"/>
              </a:ext>
            </a:extLst>
          </p:cNvPr>
          <p:cNvSpPr>
            <a:spLocks noGrp="1"/>
          </p:cNvSpPr>
          <p:nvPr>
            <p:ph type="title"/>
          </p:nvPr>
        </p:nvSpPr>
        <p:spPr>
          <a:xfrm>
            <a:off x="1066801" y="1885950"/>
            <a:ext cx="6654800" cy="1025465"/>
          </a:xfrm>
        </p:spPr>
        <p:txBody>
          <a:bodyPr>
            <a:normAutofit/>
          </a:bodyPr>
          <a:lstStyle/>
          <a:p>
            <a:r>
              <a:rPr lang="en-US"/>
              <a:t>Self-Improving LLM Agent for</a:t>
            </a:r>
            <a:br>
              <a:rPr lang="en-US"/>
            </a:br>
            <a:r>
              <a:rPr lang="en-US"/>
              <a:t>Long-Horizon Tasks</a:t>
            </a:r>
          </a:p>
        </p:txBody>
      </p:sp>
    </p:spTree>
    <p:extLst>
      <p:ext uri="{BB962C8B-B14F-4D97-AF65-F5344CB8AC3E}">
        <p14:creationId xmlns:p14="http://schemas.microsoft.com/office/powerpoint/2010/main" val="2099534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371475" y="342900"/>
            <a:ext cx="8001000" cy="800100"/>
          </a:xfrm>
        </p:spPr>
        <p:txBody>
          <a:bodyPr spcFirstLastPara="1" wrap="square" lIns="91425" tIns="91425" rIns="91425" bIns="91425" anchor="b" anchorCtr="0">
            <a:normAutofit/>
          </a:bodyPr>
          <a:lstStyle/>
          <a:p>
            <a:pPr lvl="0"/>
            <a:r>
              <a:rPr lang="en-US" sz="2400"/>
              <a:t>Problem Description</a:t>
            </a:r>
            <a:endParaRPr lang="en-US" sz="2200"/>
          </a:p>
        </p:txBody>
      </p:sp>
      <p:sp>
        <p:nvSpPr>
          <p:cNvPr id="55" name="Google Shape;55;p13"/>
          <p:cNvSpPr txBox="1">
            <a:spLocks noGrp="1"/>
          </p:cNvSpPr>
          <p:nvPr>
            <p:ph type="body" idx="1"/>
          </p:nvPr>
        </p:nvSpPr>
        <p:spPr>
          <a:xfrm>
            <a:off x="371475" y="1362479"/>
            <a:ext cx="8699500" cy="1661314"/>
          </a:xfrm>
        </p:spPr>
        <p:txBody>
          <a:bodyPr spcFirstLastPara="1" wrap="square" lIns="91425" tIns="91425" rIns="91425" bIns="91425" anchor="t" anchorCtr="0">
            <a:normAutofit/>
          </a:bodyPr>
          <a:lstStyle/>
          <a:p>
            <a:pPr indent="-342900">
              <a:spcBef>
                <a:spcPts val="1000"/>
              </a:spcBef>
            </a:pPr>
            <a:r>
              <a:rPr lang="en-US" sz="1600"/>
              <a:t>Modern LLM agents perform well on short tasks but fail as task horizon increases.</a:t>
            </a:r>
          </a:p>
          <a:p>
            <a:pPr indent="-342900">
              <a:spcBef>
                <a:spcPts val="1000"/>
              </a:spcBef>
            </a:pPr>
            <a:r>
              <a:rPr lang="en-US" sz="1600"/>
              <a:t>Errors accumulate across steps due to memory limits, incorrect planning, or misunderstanding instructions.</a:t>
            </a:r>
          </a:p>
          <a:p>
            <a:pPr indent="-342900">
              <a:spcBef>
                <a:spcPts val="1000"/>
              </a:spcBef>
            </a:pPr>
            <a:r>
              <a:rPr lang="en-US" sz="1600"/>
              <a:t>The problem is to design a system that can automatically analyze failures and improve agent performance over long-horizon tasks without retraining the underlying LLM.</a:t>
            </a:r>
          </a:p>
        </p:txBody>
      </p:sp>
      <p:sp>
        <p:nvSpPr>
          <p:cNvPr id="60" name="Text Placeholder 3">
            <a:extLst>
              <a:ext uri="{FF2B5EF4-FFF2-40B4-BE49-F238E27FC236}">
                <a16:creationId xmlns:a16="http://schemas.microsoft.com/office/drawing/2014/main" id="{577421AA-3A29-6396-82E3-40ED423DDA1C}"/>
              </a:ext>
            </a:extLst>
          </p:cNvPr>
          <p:cNvSpPr>
            <a:spLocks noGrp="1"/>
          </p:cNvSpPr>
          <p:nvPr>
            <p:ph type="body" idx="2"/>
          </p:nvPr>
        </p:nvSpPr>
        <p:spPr>
          <a:xfrm>
            <a:off x="-1901" y="4800600"/>
            <a:ext cx="4758995" cy="384185"/>
          </a:xfrm>
        </p:spPr>
        <p:txBody>
          <a:bodyPr/>
          <a:lstStyle/>
          <a:p>
            <a:r>
              <a:rPr lang="en-US" sz="900"/>
              <a:t>COMPSCI 639 :- Deep Learning for NLP</a:t>
            </a:r>
          </a:p>
        </p:txBody>
      </p:sp>
      <p:sp>
        <p:nvSpPr>
          <p:cNvPr id="4" name="Rounded Rectangle 3">
            <a:extLst>
              <a:ext uri="{FF2B5EF4-FFF2-40B4-BE49-F238E27FC236}">
                <a16:creationId xmlns:a16="http://schemas.microsoft.com/office/drawing/2014/main" id="{EAFD8F6F-8F57-32B6-5F96-F46D2B8483B5}"/>
              </a:ext>
            </a:extLst>
          </p:cNvPr>
          <p:cNvSpPr/>
          <p:nvPr/>
        </p:nvSpPr>
        <p:spPr>
          <a:xfrm>
            <a:off x="673714" y="3331286"/>
            <a:ext cx="901700" cy="444500"/>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FA18FC6B-CAC4-3C94-9883-2984B70C5079}"/>
              </a:ext>
            </a:extLst>
          </p:cNvPr>
          <p:cNvSpPr/>
          <p:nvPr/>
        </p:nvSpPr>
        <p:spPr>
          <a:xfrm>
            <a:off x="4119294" y="3328819"/>
            <a:ext cx="901700" cy="444500"/>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76DAFA0E-33E4-D2C2-4245-DB6B31AF537A}"/>
              </a:ext>
            </a:extLst>
          </p:cNvPr>
          <p:cNvSpPr/>
          <p:nvPr/>
        </p:nvSpPr>
        <p:spPr>
          <a:xfrm>
            <a:off x="5252976" y="3340100"/>
            <a:ext cx="901700" cy="444500"/>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66704770-A59A-43A4-DF24-87ABDD5E8BB9}"/>
              </a:ext>
            </a:extLst>
          </p:cNvPr>
          <p:cNvSpPr/>
          <p:nvPr/>
        </p:nvSpPr>
        <p:spPr>
          <a:xfrm>
            <a:off x="6416346" y="3332448"/>
            <a:ext cx="901700" cy="444500"/>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85D45F6-D843-3D0A-1160-06E33CB5F76C}"/>
              </a:ext>
            </a:extLst>
          </p:cNvPr>
          <p:cNvSpPr/>
          <p:nvPr/>
        </p:nvSpPr>
        <p:spPr>
          <a:xfrm>
            <a:off x="7579716" y="3340100"/>
            <a:ext cx="901700" cy="444500"/>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78E1F1C1-3B38-7237-830B-851A11156819}"/>
              </a:ext>
            </a:extLst>
          </p:cNvPr>
          <p:cNvSpPr/>
          <p:nvPr/>
        </p:nvSpPr>
        <p:spPr>
          <a:xfrm>
            <a:off x="1822241" y="3332448"/>
            <a:ext cx="901700" cy="444500"/>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3FA74E23-1947-DFE1-5AC7-1ECBE89BA02D}"/>
              </a:ext>
            </a:extLst>
          </p:cNvPr>
          <p:cNvSpPr/>
          <p:nvPr/>
        </p:nvSpPr>
        <p:spPr>
          <a:xfrm>
            <a:off x="2970768" y="3324754"/>
            <a:ext cx="901700" cy="444500"/>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63DF8E0-DBD3-669A-B163-6BE8CFF78748}"/>
              </a:ext>
            </a:extLst>
          </p:cNvPr>
          <p:cNvSpPr txBox="1">
            <a:spLocks/>
          </p:cNvSpPr>
          <p:nvPr/>
        </p:nvSpPr>
        <p:spPr>
          <a:xfrm>
            <a:off x="673713" y="3296892"/>
            <a:ext cx="901700" cy="530915"/>
          </a:xfrm>
          <a:prstGeom prst="rect">
            <a:avLst/>
          </a:prstGeom>
          <a:noFill/>
        </p:spPr>
        <p:txBody>
          <a:bodyPr wrap="square" rtlCol="0">
            <a:spAutoFit/>
          </a:bodyPr>
          <a:lstStyle/>
          <a:p>
            <a:pPr algn="ctr"/>
            <a:r>
              <a:rPr lang="en-US" sz="950"/>
              <a:t>Task Dataset</a:t>
            </a:r>
            <a:br>
              <a:rPr lang="en-US" sz="950"/>
            </a:br>
            <a:r>
              <a:rPr lang="en-US" sz="950"/>
              <a:t>Multi-step tasks</a:t>
            </a:r>
          </a:p>
        </p:txBody>
      </p:sp>
      <p:sp>
        <p:nvSpPr>
          <p:cNvPr id="14" name="TextBox 13">
            <a:extLst>
              <a:ext uri="{FF2B5EF4-FFF2-40B4-BE49-F238E27FC236}">
                <a16:creationId xmlns:a16="http://schemas.microsoft.com/office/drawing/2014/main" id="{85FE7A10-F72D-8165-A6CC-94C574076229}"/>
              </a:ext>
            </a:extLst>
          </p:cNvPr>
          <p:cNvSpPr txBox="1"/>
          <p:nvPr/>
        </p:nvSpPr>
        <p:spPr>
          <a:xfrm>
            <a:off x="1822240" y="3359534"/>
            <a:ext cx="901700" cy="384721"/>
          </a:xfrm>
          <a:prstGeom prst="rect">
            <a:avLst/>
          </a:prstGeom>
          <a:noFill/>
        </p:spPr>
        <p:txBody>
          <a:bodyPr wrap="square" rtlCol="0">
            <a:spAutoFit/>
          </a:bodyPr>
          <a:lstStyle/>
          <a:p>
            <a:pPr algn="ctr"/>
            <a:r>
              <a:rPr lang="en-US" sz="950"/>
              <a:t>LLM Agent</a:t>
            </a:r>
            <a:br>
              <a:rPr lang="en-US" sz="950"/>
            </a:br>
            <a:r>
              <a:rPr lang="en-US" sz="950"/>
              <a:t>Plan Act loop</a:t>
            </a:r>
          </a:p>
        </p:txBody>
      </p:sp>
      <p:sp>
        <p:nvSpPr>
          <p:cNvPr id="15" name="TextBox 14">
            <a:extLst>
              <a:ext uri="{FF2B5EF4-FFF2-40B4-BE49-F238E27FC236}">
                <a16:creationId xmlns:a16="http://schemas.microsoft.com/office/drawing/2014/main" id="{EF25457B-3AE7-01F0-73AB-0B32869E0112}"/>
              </a:ext>
            </a:extLst>
          </p:cNvPr>
          <p:cNvSpPr txBox="1"/>
          <p:nvPr/>
        </p:nvSpPr>
        <p:spPr>
          <a:xfrm>
            <a:off x="3042470" y="3354900"/>
            <a:ext cx="744114" cy="400110"/>
          </a:xfrm>
          <a:prstGeom prst="rect">
            <a:avLst/>
          </a:prstGeom>
          <a:noFill/>
        </p:spPr>
        <p:txBody>
          <a:bodyPr wrap="none" lIns="91440" tIns="45720" rIns="91440" bIns="45720" rtlCol="0" anchor="t">
            <a:spAutoFit/>
          </a:bodyPr>
          <a:lstStyle/>
          <a:p>
            <a:r>
              <a:rPr lang="en-US" sz="1000"/>
              <a:t>Execution</a:t>
            </a:r>
            <a:br>
              <a:rPr lang="en-US" sz="1000"/>
            </a:br>
            <a:r>
              <a:rPr lang="en-US" sz="1000"/>
              <a:t> Trace</a:t>
            </a:r>
            <a:endParaRPr lang="en-US"/>
          </a:p>
        </p:txBody>
      </p:sp>
      <p:sp>
        <p:nvSpPr>
          <p:cNvPr id="16" name="TextBox 15">
            <a:extLst>
              <a:ext uri="{FF2B5EF4-FFF2-40B4-BE49-F238E27FC236}">
                <a16:creationId xmlns:a16="http://schemas.microsoft.com/office/drawing/2014/main" id="{E0CC6897-FFCD-791B-E07F-AE9C571CFFDC}"/>
              </a:ext>
            </a:extLst>
          </p:cNvPr>
          <p:cNvSpPr txBox="1"/>
          <p:nvPr/>
        </p:nvSpPr>
        <p:spPr>
          <a:xfrm>
            <a:off x="4105112" y="3339255"/>
            <a:ext cx="930063" cy="415498"/>
          </a:xfrm>
          <a:prstGeom prst="rect">
            <a:avLst/>
          </a:prstGeom>
          <a:noFill/>
        </p:spPr>
        <p:txBody>
          <a:bodyPr wrap="square" rtlCol="0">
            <a:spAutoFit/>
          </a:bodyPr>
          <a:lstStyle/>
          <a:p>
            <a:pPr algn="ctr"/>
            <a:r>
              <a:rPr lang="en-US" sz="1000"/>
              <a:t>Failure Analyzer</a:t>
            </a:r>
          </a:p>
        </p:txBody>
      </p:sp>
      <p:sp>
        <p:nvSpPr>
          <p:cNvPr id="17" name="TextBox 16">
            <a:extLst>
              <a:ext uri="{FF2B5EF4-FFF2-40B4-BE49-F238E27FC236}">
                <a16:creationId xmlns:a16="http://schemas.microsoft.com/office/drawing/2014/main" id="{8C0F3021-25F9-5040-D32E-BA8DA2D837D5}"/>
              </a:ext>
            </a:extLst>
          </p:cNvPr>
          <p:cNvSpPr txBox="1"/>
          <p:nvPr/>
        </p:nvSpPr>
        <p:spPr>
          <a:xfrm>
            <a:off x="5217722" y="3369293"/>
            <a:ext cx="936954" cy="400110"/>
          </a:xfrm>
          <a:prstGeom prst="rect">
            <a:avLst/>
          </a:prstGeom>
          <a:noFill/>
        </p:spPr>
        <p:txBody>
          <a:bodyPr wrap="square" rtlCol="0">
            <a:spAutoFit/>
          </a:bodyPr>
          <a:lstStyle/>
          <a:p>
            <a:pPr algn="ctr"/>
            <a:r>
              <a:rPr lang="en-US" sz="1000"/>
              <a:t>Strategy Generator</a:t>
            </a:r>
          </a:p>
        </p:txBody>
      </p:sp>
      <p:sp>
        <p:nvSpPr>
          <p:cNvPr id="18" name="TextBox 17">
            <a:extLst>
              <a:ext uri="{FF2B5EF4-FFF2-40B4-BE49-F238E27FC236}">
                <a16:creationId xmlns:a16="http://schemas.microsoft.com/office/drawing/2014/main" id="{C5423F90-0E2D-8347-2D26-6C76CB19ADDF}"/>
              </a:ext>
            </a:extLst>
          </p:cNvPr>
          <p:cNvSpPr txBox="1"/>
          <p:nvPr/>
        </p:nvSpPr>
        <p:spPr>
          <a:xfrm>
            <a:off x="6381092" y="3369293"/>
            <a:ext cx="936954" cy="400110"/>
          </a:xfrm>
          <a:prstGeom prst="rect">
            <a:avLst/>
          </a:prstGeom>
          <a:noFill/>
        </p:spPr>
        <p:txBody>
          <a:bodyPr wrap="square" rtlCol="0">
            <a:spAutoFit/>
          </a:bodyPr>
          <a:lstStyle/>
          <a:p>
            <a:pPr algn="ctr"/>
            <a:r>
              <a:rPr lang="en-US" sz="1000"/>
              <a:t>Strategy Memory</a:t>
            </a:r>
          </a:p>
        </p:txBody>
      </p:sp>
      <p:sp>
        <p:nvSpPr>
          <p:cNvPr id="19" name="TextBox 18">
            <a:extLst>
              <a:ext uri="{FF2B5EF4-FFF2-40B4-BE49-F238E27FC236}">
                <a16:creationId xmlns:a16="http://schemas.microsoft.com/office/drawing/2014/main" id="{EAE6E18C-6005-DC55-530A-24BCD39F8D1C}"/>
              </a:ext>
            </a:extLst>
          </p:cNvPr>
          <p:cNvSpPr txBox="1"/>
          <p:nvPr/>
        </p:nvSpPr>
        <p:spPr>
          <a:xfrm>
            <a:off x="7544462" y="3354643"/>
            <a:ext cx="936954" cy="400110"/>
          </a:xfrm>
          <a:prstGeom prst="rect">
            <a:avLst/>
          </a:prstGeom>
          <a:noFill/>
        </p:spPr>
        <p:txBody>
          <a:bodyPr wrap="square" rtlCol="0">
            <a:spAutoFit/>
          </a:bodyPr>
          <a:lstStyle/>
          <a:p>
            <a:pPr algn="ctr"/>
            <a:r>
              <a:rPr lang="en-US" sz="1000"/>
              <a:t>Improved Agent</a:t>
            </a:r>
          </a:p>
        </p:txBody>
      </p:sp>
      <p:cxnSp>
        <p:nvCxnSpPr>
          <p:cNvPr id="21" name="Straight Arrow Connector 20">
            <a:extLst>
              <a:ext uri="{FF2B5EF4-FFF2-40B4-BE49-F238E27FC236}">
                <a16:creationId xmlns:a16="http://schemas.microsoft.com/office/drawing/2014/main" id="{B0C75153-863B-41DD-7B7D-3EFDCC5ECCB7}"/>
              </a:ext>
            </a:extLst>
          </p:cNvPr>
          <p:cNvCxnSpPr>
            <a:cxnSpLocks/>
            <a:stCxn id="13" idx="3"/>
            <a:endCxn id="11" idx="1"/>
          </p:cNvCxnSpPr>
          <p:nvPr/>
        </p:nvCxnSpPr>
        <p:spPr>
          <a:xfrm flipV="1">
            <a:off x="1575413" y="3554698"/>
            <a:ext cx="246828" cy="76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C716BAD-CAE0-6E30-F056-25612EFE7355}"/>
              </a:ext>
            </a:extLst>
          </p:cNvPr>
          <p:cNvCxnSpPr>
            <a:cxnSpLocks/>
          </p:cNvCxnSpPr>
          <p:nvPr/>
        </p:nvCxnSpPr>
        <p:spPr>
          <a:xfrm flipV="1">
            <a:off x="2738782" y="3545884"/>
            <a:ext cx="246828" cy="76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C5ECF56-200D-D9BD-64E8-1F0B88713D51}"/>
              </a:ext>
            </a:extLst>
          </p:cNvPr>
          <p:cNvCxnSpPr>
            <a:cxnSpLocks/>
          </p:cNvCxnSpPr>
          <p:nvPr/>
        </p:nvCxnSpPr>
        <p:spPr>
          <a:xfrm flipV="1">
            <a:off x="3857624" y="3549710"/>
            <a:ext cx="246828" cy="76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CA33971-CC0C-268E-3E5C-5F9835351F97}"/>
              </a:ext>
            </a:extLst>
          </p:cNvPr>
          <p:cNvCxnSpPr>
            <a:cxnSpLocks/>
          </p:cNvCxnSpPr>
          <p:nvPr/>
        </p:nvCxnSpPr>
        <p:spPr>
          <a:xfrm flipV="1">
            <a:off x="5020662" y="3527291"/>
            <a:ext cx="246828" cy="76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C0962C0-A20E-3620-6AD8-BEBD39A7DE2D}"/>
              </a:ext>
            </a:extLst>
          </p:cNvPr>
          <p:cNvCxnSpPr>
            <a:cxnSpLocks/>
          </p:cNvCxnSpPr>
          <p:nvPr/>
        </p:nvCxnSpPr>
        <p:spPr>
          <a:xfrm flipV="1">
            <a:off x="6179724" y="3558523"/>
            <a:ext cx="246828" cy="76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A3DEDDC-08E3-7D9F-3105-58BB44600F16}"/>
              </a:ext>
            </a:extLst>
          </p:cNvPr>
          <p:cNvCxnSpPr>
            <a:cxnSpLocks/>
          </p:cNvCxnSpPr>
          <p:nvPr/>
        </p:nvCxnSpPr>
        <p:spPr>
          <a:xfrm flipV="1">
            <a:off x="7332888" y="3542058"/>
            <a:ext cx="246828" cy="76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151EF-A1C9-2FB1-83C8-1E0916E0DA4A}"/>
              </a:ext>
            </a:extLst>
          </p:cNvPr>
          <p:cNvSpPr>
            <a:spLocks noGrp="1"/>
          </p:cNvSpPr>
          <p:nvPr>
            <p:ph type="title"/>
          </p:nvPr>
        </p:nvSpPr>
        <p:spPr/>
        <p:txBody>
          <a:bodyPr>
            <a:normAutofit/>
          </a:bodyPr>
          <a:lstStyle/>
          <a:p>
            <a:r>
              <a:rPr lang="en-US" sz="2400"/>
              <a:t>Significance &amp; Research Value</a:t>
            </a:r>
          </a:p>
        </p:txBody>
      </p:sp>
      <p:sp>
        <p:nvSpPr>
          <p:cNvPr id="3" name="Text Placeholder 2">
            <a:extLst>
              <a:ext uri="{FF2B5EF4-FFF2-40B4-BE49-F238E27FC236}">
                <a16:creationId xmlns:a16="http://schemas.microsoft.com/office/drawing/2014/main" id="{AFFDC136-C3B8-1118-AC7F-853A75B74BB9}"/>
              </a:ext>
            </a:extLst>
          </p:cNvPr>
          <p:cNvSpPr>
            <a:spLocks noGrp="1"/>
          </p:cNvSpPr>
          <p:nvPr>
            <p:ph type="body" idx="1"/>
          </p:nvPr>
        </p:nvSpPr>
        <p:spPr>
          <a:xfrm>
            <a:off x="522514" y="2164107"/>
            <a:ext cx="3105398" cy="2419768"/>
          </a:xfrm>
        </p:spPr>
        <p:txBody>
          <a:bodyPr>
            <a:normAutofit/>
          </a:bodyPr>
          <a:lstStyle/>
          <a:p>
            <a:pPr indent="-282575"/>
            <a:r>
              <a:rPr lang="en-US" sz="1400"/>
              <a:t>Improved Reliability of AI Agents.</a:t>
            </a:r>
            <a:endParaRPr lang="en-US"/>
          </a:p>
          <a:p>
            <a:pPr indent="-282575"/>
            <a:r>
              <a:rPr lang="en-US" sz="1400"/>
              <a:t>Reduced Human Supervision.</a:t>
            </a:r>
          </a:p>
          <a:p>
            <a:pPr indent="-282575"/>
            <a:r>
              <a:rPr lang="en-US" sz="1400"/>
              <a:t>Better Understanding of Agent Failures.</a:t>
            </a:r>
          </a:p>
          <a:p>
            <a:endParaRPr lang="en-US"/>
          </a:p>
        </p:txBody>
      </p:sp>
      <p:sp>
        <p:nvSpPr>
          <p:cNvPr id="4" name="Text Placeholder 3">
            <a:extLst>
              <a:ext uri="{FF2B5EF4-FFF2-40B4-BE49-F238E27FC236}">
                <a16:creationId xmlns:a16="http://schemas.microsoft.com/office/drawing/2014/main" id="{0B096A13-D9EE-99E4-279D-F86353A4FCD6}"/>
              </a:ext>
            </a:extLst>
          </p:cNvPr>
          <p:cNvSpPr>
            <a:spLocks noGrp="1"/>
          </p:cNvSpPr>
          <p:nvPr>
            <p:ph type="body" idx="2"/>
          </p:nvPr>
        </p:nvSpPr>
        <p:spPr>
          <a:xfrm>
            <a:off x="1" y="4813659"/>
            <a:ext cx="4758995" cy="384185"/>
          </a:xfrm>
        </p:spPr>
        <p:txBody>
          <a:bodyPr/>
          <a:lstStyle/>
          <a:p>
            <a:r>
              <a:rPr lang="en-US" sz="900"/>
              <a:t>COMPSCI 639 :- Deep Learning for NLP</a:t>
            </a:r>
          </a:p>
        </p:txBody>
      </p:sp>
      <p:sp>
        <p:nvSpPr>
          <p:cNvPr id="5" name="Rectangle 4">
            <a:extLst>
              <a:ext uri="{FF2B5EF4-FFF2-40B4-BE49-F238E27FC236}">
                <a16:creationId xmlns:a16="http://schemas.microsoft.com/office/drawing/2014/main" id="{20F8AD3C-D4EE-78B8-7D49-D442146DE960}"/>
              </a:ext>
            </a:extLst>
          </p:cNvPr>
          <p:cNvSpPr/>
          <p:nvPr/>
        </p:nvSpPr>
        <p:spPr>
          <a:xfrm>
            <a:off x="564078" y="1715984"/>
            <a:ext cx="3063834" cy="4481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Significance</a:t>
            </a:r>
          </a:p>
        </p:txBody>
      </p:sp>
      <p:sp>
        <p:nvSpPr>
          <p:cNvPr id="6" name="Rectangle 5">
            <a:extLst>
              <a:ext uri="{FF2B5EF4-FFF2-40B4-BE49-F238E27FC236}">
                <a16:creationId xmlns:a16="http://schemas.microsoft.com/office/drawing/2014/main" id="{301DA953-E5EB-C375-8D7F-8E40FE2CDDE1}"/>
              </a:ext>
            </a:extLst>
          </p:cNvPr>
          <p:cNvSpPr/>
          <p:nvPr/>
        </p:nvSpPr>
        <p:spPr>
          <a:xfrm>
            <a:off x="5211289" y="1715983"/>
            <a:ext cx="3063834" cy="4481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Research Value</a:t>
            </a:r>
          </a:p>
        </p:txBody>
      </p:sp>
      <p:sp>
        <p:nvSpPr>
          <p:cNvPr id="7" name="Text Placeholder 2">
            <a:extLst>
              <a:ext uri="{FF2B5EF4-FFF2-40B4-BE49-F238E27FC236}">
                <a16:creationId xmlns:a16="http://schemas.microsoft.com/office/drawing/2014/main" id="{623A1E76-EA2A-A84D-3387-006613950464}"/>
              </a:ext>
            </a:extLst>
          </p:cNvPr>
          <p:cNvSpPr txBox="1">
            <a:spLocks/>
          </p:cNvSpPr>
          <p:nvPr/>
        </p:nvSpPr>
        <p:spPr>
          <a:xfrm>
            <a:off x="5211289" y="2164107"/>
            <a:ext cx="3105398" cy="2419768"/>
          </a:xfrm>
          <a:prstGeom prst="rect">
            <a:avLst/>
          </a:prstGeom>
          <a:noFill/>
          <a:ln>
            <a:noFill/>
          </a:ln>
        </p:spPr>
        <p:txBody>
          <a:bodyPr spcFirstLastPara="1" wrap="square" lIns="0" tIns="45700" rIns="91425" bIns="45700" anchor="t" anchorCtr="0">
            <a:normAutofit/>
          </a:bodyPr>
          <a:lstStyle>
            <a:defPPr marR="0" lvl="0" algn="l" rtl="0">
              <a:lnSpc>
                <a:spcPct val="100000"/>
              </a:lnSpc>
              <a:spcBef>
                <a:spcPts val="0"/>
              </a:spcBef>
              <a:spcAft>
                <a:spcPts val="0"/>
              </a:spcAft>
            </a:defPPr>
            <a:lvl1pPr marL="342900" marR="0" lvl="0" indent="-282893" algn="l" rtl="0" eaLnBrk="1" hangingPunct="1">
              <a:lnSpc>
                <a:spcPct val="90000"/>
              </a:lnSpc>
              <a:spcBef>
                <a:spcPts val="750"/>
              </a:spcBef>
              <a:spcAft>
                <a:spcPts val="0"/>
              </a:spcAft>
              <a:buClr>
                <a:schemeClr val="accent1"/>
              </a:buClr>
              <a:buSzPts val="2340"/>
              <a:buFont typeface="Arial"/>
              <a:buChar char="•"/>
              <a:defRPr sz="1950" b="0" i="0" u="none" strike="noStrike" cap="none">
                <a:solidFill>
                  <a:srgbClr val="353535"/>
                </a:solidFill>
                <a:latin typeface="Arial"/>
                <a:ea typeface="Arial"/>
                <a:cs typeface="Arial"/>
                <a:sym typeface="Arial"/>
              </a:defRPr>
            </a:lvl1pPr>
            <a:lvl2pPr marL="685800" marR="0" lvl="1" indent="-271463" algn="l" rtl="0" eaLnBrk="1" hangingPunct="1">
              <a:lnSpc>
                <a:spcPct val="90000"/>
              </a:lnSpc>
              <a:spcBef>
                <a:spcPts val="375"/>
              </a:spcBef>
              <a:spcAft>
                <a:spcPts val="0"/>
              </a:spcAft>
              <a:buClr>
                <a:schemeClr val="dk1"/>
              </a:buClr>
              <a:buSzPts val="2100"/>
              <a:buFont typeface="Arial"/>
              <a:buChar char="•"/>
              <a:defRPr sz="1575" b="0" i="0" u="none" strike="noStrike" cap="none">
                <a:solidFill>
                  <a:schemeClr val="dk1"/>
                </a:solidFill>
                <a:latin typeface="Arial"/>
                <a:ea typeface="Arial"/>
                <a:cs typeface="Arial"/>
                <a:sym typeface="Arial"/>
              </a:defRPr>
            </a:lvl2pPr>
            <a:lvl3pPr marL="1028700" marR="0" lvl="2" indent="-271463" algn="l" rtl="0" eaLnBrk="1" hangingPunct="1">
              <a:lnSpc>
                <a:spcPct val="90000"/>
              </a:lnSpc>
              <a:spcBef>
                <a:spcPts val="375"/>
              </a:spcBef>
              <a:spcAft>
                <a:spcPts val="0"/>
              </a:spcAft>
              <a:buClr>
                <a:schemeClr val="dk1"/>
              </a:buClr>
              <a:buSzPts val="2100"/>
              <a:buFont typeface="Arial"/>
              <a:buChar char="•"/>
              <a:defRPr sz="1575" b="0" i="0" u="none" strike="noStrike" cap="none">
                <a:solidFill>
                  <a:schemeClr val="dk1"/>
                </a:solidFill>
                <a:latin typeface="Arial"/>
                <a:ea typeface="Arial"/>
                <a:cs typeface="Arial"/>
                <a:sym typeface="Arial"/>
              </a:defRPr>
            </a:lvl3pPr>
            <a:lvl4pPr marL="1371600" marR="0" lvl="3" indent="-271463" algn="l" rtl="0" eaLnBrk="1" hangingPunct="1">
              <a:lnSpc>
                <a:spcPct val="90000"/>
              </a:lnSpc>
              <a:spcBef>
                <a:spcPts val="375"/>
              </a:spcBef>
              <a:spcAft>
                <a:spcPts val="0"/>
              </a:spcAft>
              <a:buClr>
                <a:schemeClr val="dk1"/>
              </a:buClr>
              <a:buSzPts val="2100"/>
              <a:buFont typeface="Arial"/>
              <a:buChar char="•"/>
              <a:defRPr sz="1575" b="0" i="0" u="none" strike="noStrike" cap="none">
                <a:solidFill>
                  <a:schemeClr val="dk1"/>
                </a:solidFill>
                <a:latin typeface="Arial"/>
                <a:ea typeface="Arial"/>
                <a:cs typeface="Arial"/>
                <a:sym typeface="Arial"/>
              </a:defRPr>
            </a:lvl4pPr>
            <a:lvl5pPr marL="1714500" marR="0" lvl="4" indent="-271463" algn="l" rtl="0" eaLnBrk="1" hangingPunct="1">
              <a:lnSpc>
                <a:spcPct val="90000"/>
              </a:lnSpc>
              <a:spcBef>
                <a:spcPts val="375"/>
              </a:spcBef>
              <a:spcAft>
                <a:spcPts val="0"/>
              </a:spcAft>
              <a:buClr>
                <a:schemeClr val="dk1"/>
              </a:buClr>
              <a:buSzPts val="2100"/>
              <a:buFont typeface="Arial"/>
              <a:buChar char="•"/>
              <a:defRPr sz="1575" b="0" i="0" u="none" strike="noStrike" cap="none">
                <a:solidFill>
                  <a:schemeClr val="dk1"/>
                </a:solidFill>
                <a:latin typeface="Arial"/>
                <a:ea typeface="Arial"/>
                <a:cs typeface="Arial"/>
                <a:sym typeface="Arial"/>
              </a:defRPr>
            </a:lvl5pPr>
            <a:lvl6pPr marL="2057400" marR="0" lvl="5" indent="-257175" algn="l" rtl="0" eaLnBrk="1" hangingPunct="1">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2400300" marR="0" lvl="6" indent="-257175" algn="l" rtl="0" eaLnBrk="1" hangingPunct="1">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2743200" marR="0" lvl="7" indent="-257175" algn="l" rtl="0" eaLnBrk="1" hangingPunct="1">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3086100" marR="0" lvl="8" indent="-257175" algn="l" rtl="0" eaLnBrk="1" hangingPunct="1">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sz="1400"/>
              <a:t>Dataset of agent execution traces</a:t>
            </a:r>
          </a:p>
          <a:p>
            <a:r>
              <a:rPr lang="en-US" sz="1400"/>
              <a:t>Strategy memory framework</a:t>
            </a:r>
          </a:p>
          <a:p>
            <a:r>
              <a:rPr lang="en-US" sz="1400"/>
              <a:t>Benchmark for Long-Horizon agent improvement</a:t>
            </a:r>
          </a:p>
        </p:txBody>
      </p:sp>
    </p:spTree>
    <p:extLst>
      <p:ext uri="{BB962C8B-B14F-4D97-AF65-F5344CB8AC3E}">
        <p14:creationId xmlns:p14="http://schemas.microsoft.com/office/powerpoint/2010/main" val="2077313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B74F1-3EBE-7194-8E35-D9F67876F4ED}"/>
              </a:ext>
            </a:extLst>
          </p:cNvPr>
          <p:cNvSpPr>
            <a:spLocks noGrp="1"/>
          </p:cNvSpPr>
          <p:nvPr>
            <p:ph type="title"/>
          </p:nvPr>
        </p:nvSpPr>
        <p:spPr/>
        <p:txBody>
          <a:bodyPr>
            <a:normAutofit/>
          </a:bodyPr>
          <a:lstStyle/>
          <a:p>
            <a:r>
              <a:rPr lang="en-US" sz="2400"/>
              <a:t>Technical Challenges</a:t>
            </a:r>
          </a:p>
        </p:txBody>
      </p:sp>
      <p:sp>
        <p:nvSpPr>
          <p:cNvPr id="3" name="Text Placeholder 2">
            <a:extLst>
              <a:ext uri="{FF2B5EF4-FFF2-40B4-BE49-F238E27FC236}">
                <a16:creationId xmlns:a16="http://schemas.microsoft.com/office/drawing/2014/main" id="{C2791700-99D4-E050-295E-F11E8AE4507B}"/>
              </a:ext>
            </a:extLst>
          </p:cNvPr>
          <p:cNvSpPr>
            <a:spLocks noGrp="1"/>
          </p:cNvSpPr>
          <p:nvPr>
            <p:ph type="body" idx="1"/>
          </p:nvPr>
        </p:nvSpPr>
        <p:spPr>
          <a:xfrm>
            <a:off x="371475" y="1380336"/>
            <a:ext cx="3998644" cy="3334540"/>
          </a:xfrm>
        </p:spPr>
        <p:txBody>
          <a:bodyPr/>
          <a:lstStyle/>
          <a:p>
            <a:pPr marL="60007" indent="0">
              <a:buNone/>
            </a:pPr>
            <a:r>
              <a:rPr lang="en-US" sz="1400" b="1"/>
              <a:t>Why is the Problem Hard?</a:t>
            </a:r>
          </a:p>
          <a:p>
            <a:r>
              <a:rPr lang="en-US" sz="1400"/>
              <a:t>Error Accumulation</a:t>
            </a:r>
          </a:p>
          <a:p>
            <a:r>
              <a:rPr lang="en-US" sz="1400"/>
              <a:t>Limited Context and Memory</a:t>
            </a:r>
          </a:p>
          <a:p>
            <a:pPr marL="60007" indent="0">
              <a:buNone/>
            </a:pPr>
            <a:r>
              <a:rPr lang="en-US" sz="1400" b="1"/>
              <a:t>Why Has This Problem Not Been Solved Yet?</a:t>
            </a:r>
          </a:p>
          <a:p>
            <a:r>
              <a:rPr lang="en-US" sz="1400"/>
              <a:t>Increasing Model Size</a:t>
            </a:r>
          </a:p>
          <a:p>
            <a:r>
              <a:rPr lang="en-US" sz="1400"/>
              <a:t>Prompt Engineering</a:t>
            </a:r>
          </a:p>
          <a:p>
            <a:r>
              <a:rPr lang="en-US" sz="1400"/>
              <a:t>Reinforcement Learning Approaches</a:t>
            </a:r>
          </a:p>
        </p:txBody>
      </p:sp>
      <p:sp>
        <p:nvSpPr>
          <p:cNvPr id="4" name="Text Placeholder 3">
            <a:extLst>
              <a:ext uri="{FF2B5EF4-FFF2-40B4-BE49-F238E27FC236}">
                <a16:creationId xmlns:a16="http://schemas.microsoft.com/office/drawing/2014/main" id="{1210F3B5-DB26-F88A-B037-423AA9E603A9}"/>
              </a:ext>
            </a:extLst>
          </p:cNvPr>
          <p:cNvSpPr>
            <a:spLocks noGrp="1"/>
          </p:cNvSpPr>
          <p:nvPr>
            <p:ph type="body" idx="2"/>
          </p:nvPr>
        </p:nvSpPr>
        <p:spPr>
          <a:xfrm>
            <a:off x="1" y="4803272"/>
            <a:ext cx="4758995" cy="404959"/>
          </a:xfrm>
        </p:spPr>
        <p:txBody>
          <a:bodyPr/>
          <a:lstStyle/>
          <a:p>
            <a:r>
              <a:rPr lang="en-US"/>
              <a:t>COMPSCI 639 :- Deep Learning for NLP</a:t>
            </a:r>
          </a:p>
        </p:txBody>
      </p:sp>
      <p:sp>
        <p:nvSpPr>
          <p:cNvPr id="6" name="TextBox 5">
            <a:extLst>
              <a:ext uri="{FF2B5EF4-FFF2-40B4-BE49-F238E27FC236}">
                <a16:creationId xmlns:a16="http://schemas.microsoft.com/office/drawing/2014/main" id="{26B277EA-15AF-1962-C42A-93459A8D8C2D}"/>
              </a:ext>
            </a:extLst>
          </p:cNvPr>
          <p:cNvSpPr txBox="1"/>
          <p:nvPr/>
        </p:nvSpPr>
        <p:spPr>
          <a:xfrm>
            <a:off x="5409209" y="1380336"/>
            <a:ext cx="3182587" cy="3447098"/>
          </a:xfrm>
          <a:prstGeom prst="rect">
            <a:avLst/>
          </a:prstGeom>
          <a:noFill/>
        </p:spPr>
        <p:txBody>
          <a:bodyPr wrap="square">
            <a:spAutoFit/>
          </a:bodyPr>
          <a:lstStyle/>
          <a:p>
            <a:pPr marL="60007" indent="0" algn="ctr">
              <a:buNone/>
            </a:pPr>
            <a:r>
              <a:rPr lang="en-US" b="1"/>
              <a:t>Concrete Failure Example</a:t>
            </a:r>
            <a:br>
              <a:rPr lang="en-US" b="1"/>
            </a:br>
            <a:r>
              <a:rPr lang="en-US" sz="1200"/>
              <a:t>Step 1 Action: </a:t>
            </a:r>
            <a:r>
              <a:rPr lang="en-US" sz="1200" err="1"/>
              <a:t>check_permissions</a:t>
            </a:r>
            <a:r>
              <a:rPr lang="en-US" sz="1200"/>
              <a:t>(</a:t>
            </a:r>
            <a:r>
              <a:rPr lang="en-US" sz="1200" err="1"/>
              <a:t>file.txt</a:t>
            </a:r>
            <a:r>
              <a:rPr lang="en-US" sz="1200"/>
              <a:t>)</a:t>
            </a:r>
          </a:p>
          <a:p>
            <a:pPr marL="60007" indent="0" algn="ctr">
              <a:buNone/>
            </a:pPr>
            <a:r>
              <a:rPr lang="en-US" sz="1200"/>
              <a:t>Observation: read-only</a:t>
            </a:r>
          </a:p>
          <a:p>
            <a:pPr marL="60007" indent="0" algn="ctr">
              <a:buNone/>
            </a:pPr>
            <a:endParaRPr lang="en-US" sz="1200"/>
          </a:p>
          <a:p>
            <a:pPr marL="60007" indent="0" algn="ctr">
              <a:buNone/>
            </a:pPr>
            <a:r>
              <a:rPr lang="en-US" sz="1200"/>
              <a:t>Step 2 Action: </a:t>
            </a:r>
            <a:r>
              <a:rPr lang="en-US" sz="1200" err="1"/>
              <a:t>chmod</a:t>
            </a:r>
            <a:r>
              <a:rPr lang="en-US" sz="1200"/>
              <a:t> 644 </a:t>
            </a:r>
            <a:r>
              <a:rPr lang="en-US" sz="1200" err="1"/>
              <a:t>file.txt</a:t>
            </a:r>
            <a:endParaRPr lang="en-US" sz="1200"/>
          </a:p>
          <a:p>
            <a:pPr marL="60007" indent="0" algn="ctr">
              <a:buNone/>
            </a:pPr>
            <a:r>
              <a:rPr lang="en-US" sz="1200"/>
              <a:t>Observation: success</a:t>
            </a:r>
          </a:p>
          <a:p>
            <a:pPr marL="60007" indent="0" algn="ctr">
              <a:buNone/>
            </a:pPr>
            <a:endParaRPr lang="en-US" sz="1200"/>
          </a:p>
          <a:p>
            <a:pPr marL="60007" indent="0" algn="ctr">
              <a:buNone/>
            </a:pPr>
            <a:r>
              <a:rPr lang="en-US" sz="1200"/>
              <a:t>Step 3 Action: </a:t>
            </a:r>
            <a:r>
              <a:rPr lang="en-US" sz="1200" err="1"/>
              <a:t>verify_permissions</a:t>
            </a:r>
            <a:r>
              <a:rPr lang="en-US" sz="1200"/>
              <a:t>(</a:t>
            </a:r>
            <a:r>
              <a:rPr lang="en-US" sz="1200" err="1"/>
              <a:t>file.txt</a:t>
            </a:r>
            <a:r>
              <a:rPr lang="en-US" sz="1200"/>
              <a:t>)</a:t>
            </a:r>
          </a:p>
          <a:p>
            <a:pPr marL="60007" indent="0" algn="ctr">
              <a:buNone/>
            </a:pPr>
            <a:r>
              <a:rPr lang="en-US" sz="1200"/>
              <a:t>Observation: still read-only</a:t>
            </a:r>
          </a:p>
          <a:p>
            <a:pPr marL="60007" indent="0" algn="ctr">
              <a:buNone/>
            </a:pPr>
            <a:endParaRPr lang="en-US" sz="1200"/>
          </a:p>
          <a:p>
            <a:pPr marL="60007" indent="0" algn="ctr">
              <a:buNone/>
            </a:pPr>
            <a:r>
              <a:rPr lang="en-US" sz="1200"/>
              <a:t>Step 4 Action: </a:t>
            </a:r>
            <a:r>
              <a:rPr lang="en-US" sz="1200" err="1"/>
              <a:t>chmod</a:t>
            </a:r>
            <a:r>
              <a:rPr lang="en-US" sz="1200"/>
              <a:t> 644 </a:t>
            </a:r>
            <a:r>
              <a:rPr lang="en-US" sz="1200" err="1"/>
              <a:t>file.txt</a:t>
            </a:r>
            <a:endParaRPr lang="en-US" sz="1200"/>
          </a:p>
          <a:p>
            <a:pPr marL="60007" indent="0" algn="ctr">
              <a:buNone/>
            </a:pPr>
            <a:r>
              <a:rPr lang="en-US" sz="1200"/>
              <a:t>Observation: success</a:t>
            </a:r>
          </a:p>
          <a:p>
            <a:pPr marL="60007" indent="0" algn="ctr">
              <a:buNone/>
            </a:pPr>
            <a:endParaRPr lang="en-US" sz="1200"/>
          </a:p>
          <a:p>
            <a:pPr marL="60007" indent="0" algn="ctr">
              <a:buNone/>
            </a:pPr>
            <a:r>
              <a:rPr lang="en-US" sz="1200"/>
              <a:t>Step 5 Action: </a:t>
            </a:r>
            <a:r>
              <a:rPr lang="en-US" sz="1200" err="1"/>
              <a:t>chmod</a:t>
            </a:r>
            <a:r>
              <a:rPr lang="en-US" sz="1200"/>
              <a:t> 644 </a:t>
            </a:r>
            <a:r>
              <a:rPr lang="en-US" sz="1200" err="1"/>
              <a:t>file.txt</a:t>
            </a:r>
            <a:endParaRPr lang="en-US" sz="1200"/>
          </a:p>
          <a:p>
            <a:pPr marL="60007" indent="0" algn="ctr">
              <a:buNone/>
            </a:pPr>
            <a:r>
              <a:rPr lang="en-US" sz="1200"/>
              <a:t>Observation: success</a:t>
            </a:r>
          </a:p>
          <a:p>
            <a:pPr marL="60007" indent="0" algn="ctr">
              <a:buNone/>
            </a:pPr>
            <a:endParaRPr lang="en-US" sz="1200"/>
          </a:p>
          <a:p>
            <a:pPr marL="60007" indent="0">
              <a:buNone/>
            </a:pPr>
            <a:r>
              <a:rPr lang="en-US" sz="1200"/>
              <a:t>The agent repeatedly executes the same command without identifying the real issue.</a:t>
            </a:r>
          </a:p>
        </p:txBody>
      </p:sp>
    </p:spTree>
    <p:extLst>
      <p:ext uri="{BB962C8B-B14F-4D97-AF65-F5344CB8AC3E}">
        <p14:creationId xmlns:p14="http://schemas.microsoft.com/office/powerpoint/2010/main" val="642696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6A08D-B913-0E20-45D0-88DE54FE754D}"/>
              </a:ext>
            </a:extLst>
          </p:cNvPr>
          <p:cNvSpPr>
            <a:spLocks noGrp="1"/>
          </p:cNvSpPr>
          <p:nvPr>
            <p:ph type="title"/>
          </p:nvPr>
        </p:nvSpPr>
        <p:spPr/>
        <p:txBody>
          <a:bodyPr>
            <a:normAutofit/>
          </a:bodyPr>
          <a:lstStyle/>
          <a:p>
            <a:r>
              <a:rPr lang="en-US" sz="2400"/>
              <a:t>Proposed Method</a:t>
            </a:r>
          </a:p>
        </p:txBody>
      </p:sp>
      <p:sp>
        <p:nvSpPr>
          <p:cNvPr id="3" name="Text Placeholder 2">
            <a:extLst>
              <a:ext uri="{FF2B5EF4-FFF2-40B4-BE49-F238E27FC236}">
                <a16:creationId xmlns:a16="http://schemas.microsoft.com/office/drawing/2014/main" id="{540BB971-E537-98FB-DA30-60B75BD170C7}"/>
              </a:ext>
            </a:extLst>
          </p:cNvPr>
          <p:cNvSpPr>
            <a:spLocks noGrp="1"/>
          </p:cNvSpPr>
          <p:nvPr>
            <p:ph type="body" idx="1"/>
          </p:nvPr>
        </p:nvSpPr>
        <p:spPr>
          <a:xfrm>
            <a:off x="1106905" y="1380336"/>
            <a:ext cx="7912267" cy="3424776"/>
          </a:xfrm>
        </p:spPr>
        <p:txBody>
          <a:bodyPr>
            <a:normAutofit/>
          </a:bodyPr>
          <a:lstStyle/>
          <a:p>
            <a:pPr marL="403225" indent="-342900">
              <a:buAutoNum type="arabicPeriod"/>
            </a:pPr>
            <a:r>
              <a:rPr lang="en-US" sz="1800" b="1"/>
              <a:t>Task Execution &amp; Trace Collection</a:t>
            </a:r>
            <a:r>
              <a:rPr lang="en-US" sz="1800"/>
              <a:t>: an agent runs plan-act loop; records action, observation, and reasoning at each step</a:t>
            </a:r>
            <a:endParaRPr lang="en-US"/>
          </a:p>
          <a:p>
            <a:pPr indent="-342900">
              <a:buAutoNum type="arabicPeriod"/>
            </a:pPr>
            <a:r>
              <a:rPr lang="en-US" sz="1800" b="1"/>
              <a:t>Failure Detection &amp; Analysis: </a:t>
            </a:r>
            <a:r>
              <a:rPr lang="en-US" sz="1800"/>
              <a:t>Analyzer inspects traces to identify failure patterns and extract root causes</a:t>
            </a:r>
            <a:endParaRPr lang="en-US"/>
          </a:p>
          <a:p>
            <a:pPr indent="-342900">
              <a:buAutoNum type="arabicPeriod"/>
            </a:pPr>
            <a:r>
              <a:rPr lang="en-US" sz="1800" b="1"/>
              <a:t>Strategy Generation: </a:t>
            </a:r>
            <a:r>
              <a:rPr lang="en-US" sz="1800"/>
              <a:t>a secondary LLM generates corrective strategies: what went wrong, how to fix it, etc.</a:t>
            </a:r>
          </a:p>
          <a:p>
            <a:pPr indent="-342900">
              <a:buAutoNum type="arabicPeriod"/>
            </a:pPr>
            <a:r>
              <a:rPr lang="en-US" sz="1800" b="1"/>
              <a:t>Strategy Memory: </a:t>
            </a:r>
            <a:r>
              <a:rPr lang="en-US" sz="1800"/>
              <a:t>The strategies stored persistently; retrieved when similar failures recur</a:t>
            </a:r>
          </a:p>
          <a:p>
            <a:pPr indent="-342900">
              <a:buAutoNum type="arabicPeriod"/>
            </a:pPr>
            <a:r>
              <a:rPr lang="en-US" sz="1800" b="1"/>
              <a:t>Strategy-Guided Execution: </a:t>
            </a:r>
            <a:r>
              <a:rPr lang="en-US" sz="1800"/>
              <a:t>Strategies injected into agent's prompt at runtime — no retraining required</a:t>
            </a:r>
          </a:p>
          <a:p>
            <a:pPr marL="60325" indent="0">
              <a:buNone/>
            </a:pPr>
            <a:endParaRPr lang="en-US" sz="1200"/>
          </a:p>
        </p:txBody>
      </p:sp>
      <p:sp>
        <p:nvSpPr>
          <p:cNvPr id="4" name="Text Placeholder 3">
            <a:extLst>
              <a:ext uri="{FF2B5EF4-FFF2-40B4-BE49-F238E27FC236}">
                <a16:creationId xmlns:a16="http://schemas.microsoft.com/office/drawing/2014/main" id="{67FB70E3-6327-282E-EDDF-67BF4E0C5051}"/>
              </a:ext>
            </a:extLst>
          </p:cNvPr>
          <p:cNvSpPr>
            <a:spLocks noGrp="1"/>
          </p:cNvSpPr>
          <p:nvPr>
            <p:ph type="body" idx="2"/>
          </p:nvPr>
        </p:nvSpPr>
        <p:spPr>
          <a:xfrm>
            <a:off x="1" y="4803272"/>
            <a:ext cx="4758995" cy="404959"/>
          </a:xfrm>
        </p:spPr>
        <p:txBody>
          <a:bodyPr/>
          <a:lstStyle/>
          <a:p>
            <a:r>
              <a:rPr lang="en-US"/>
              <a:t>COMPSCI 639 :- Deep Learning for NLP</a:t>
            </a:r>
          </a:p>
        </p:txBody>
      </p:sp>
    </p:spTree>
    <p:extLst>
      <p:ext uri="{BB962C8B-B14F-4D97-AF65-F5344CB8AC3E}">
        <p14:creationId xmlns:p14="http://schemas.microsoft.com/office/powerpoint/2010/main" val="675048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550" y="5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Experiment Designs and Feasibility Analysis</a:t>
            </a:r>
            <a:endParaRPr/>
          </a:p>
        </p:txBody>
      </p:sp>
      <p:sp>
        <p:nvSpPr>
          <p:cNvPr id="67" name="Google Shape;67;p15"/>
          <p:cNvSpPr txBox="1">
            <a:spLocks noGrp="1"/>
          </p:cNvSpPr>
          <p:nvPr>
            <p:ph type="body" idx="1"/>
          </p:nvPr>
        </p:nvSpPr>
        <p:spPr>
          <a:xfrm>
            <a:off x="203750" y="461925"/>
            <a:ext cx="8736500" cy="47547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800" b="1" u="sng"/>
              <a:t>Datasets and Evaluation Metrics</a:t>
            </a:r>
            <a:endParaRPr lang="en" sz="1800" b="1" i="1"/>
          </a:p>
          <a:p>
            <a:pPr marL="274320" indent="0">
              <a:lnSpc>
                <a:spcPct val="100000"/>
              </a:lnSpc>
              <a:buClr>
                <a:schemeClr val="dk1"/>
              </a:buClr>
            </a:pPr>
            <a:r>
              <a:rPr lang="en" sz="1400" b="1"/>
              <a:t>AgentBench (OS + Database tasks)</a:t>
            </a:r>
            <a:r>
              <a:rPr lang="en" sz="1400"/>
              <a:t> to evaluate multi-step agent execution across increasing task horizons.</a:t>
            </a:r>
            <a:endParaRPr lang="zh-CN" altLang="en-US" sz="1400"/>
          </a:p>
          <a:p>
            <a:pPr marL="274320" indent="0">
              <a:lnSpc>
                <a:spcPct val="100000"/>
              </a:lnSpc>
              <a:buClr>
                <a:schemeClr val="dk1"/>
              </a:buClr>
            </a:pPr>
            <a:r>
              <a:rPr lang="en" sz="1400" b="1" err="1"/>
              <a:t>WebArena</a:t>
            </a:r>
            <a:r>
              <a:rPr lang="en" sz="1400"/>
              <a:t> for realistic web navigation environments requiring sequential planning.</a:t>
            </a:r>
            <a:endParaRPr lang="en" sz="1400">
              <a:solidFill>
                <a:schemeClr val="dk1"/>
              </a:solidFill>
            </a:endParaRPr>
          </a:p>
          <a:p>
            <a:pPr marL="274320" indent="0">
              <a:lnSpc>
                <a:spcPct val="100000"/>
              </a:lnSpc>
              <a:buClr>
                <a:srgbClr val="202020"/>
              </a:buClr>
            </a:pPr>
            <a:r>
              <a:rPr lang="en" sz="1400" b="1"/>
              <a:t>Metrics:</a:t>
            </a:r>
            <a:r>
              <a:rPr lang="en" sz="1400"/>
              <a:t> Task Success Rate vs. Horizon Length, Failure Mode Distribution (memory / planning / execution errors).</a:t>
            </a:r>
          </a:p>
          <a:p>
            <a:pPr marL="0" lvl="0" indent="0" algn="l" rtl="0">
              <a:lnSpc>
                <a:spcPct val="100000"/>
              </a:lnSpc>
              <a:spcBef>
                <a:spcPts val="1000"/>
              </a:spcBef>
              <a:spcAft>
                <a:spcPts val="0"/>
              </a:spcAft>
              <a:buNone/>
            </a:pPr>
            <a:r>
              <a:rPr lang="en" sz="1800" b="1" u="sng"/>
              <a:t>Baseline Methods</a:t>
            </a:r>
            <a:endParaRPr lang="en" sz="1800" b="1" i="1"/>
          </a:p>
          <a:p>
            <a:pPr marL="274320" indent="0">
              <a:lnSpc>
                <a:spcPct val="100000"/>
              </a:lnSpc>
              <a:buClr>
                <a:schemeClr val="dk1"/>
              </a:buClr>
            </a:pPr>
            <a:r>
              <a:rPr lang="en" sz="1400" b="1" err="1"/>
              <a:t>ReAct</a:t>
            </a:r>
            <a:r>
              <a:rPr lang="en" sz="1400" b="1"/>
              <a:t> Agent </a:t>
            </a:r>
            <a:r>
              <a:rPr lang="en" sz="1400"/>
              <a:t>(LLM + reasoning + action loop).</a:t>
            </a:r>
          </a:p>
          <a:p>
            <a:pPr marL="274320" indent="0">
              <a:lnSpc>
                <a:spcPct val="100000"/>
              </a:lnSpc>
              <a:buClr>
                <a:schemeClr val="dk1"/>
              </a:buClr>
            </a:pPr>
            <a:r>
              <a:rPr lang="en" sz="1400" b="1"/>
              <a:t>Plan-and-Act framework </a:t>
            </a:r>
            <a:r>
              <a:rPr lang="en" sz="1400"/>
              <a:t>for explicit task decomposition and execution.</a:t>
            </a:r>
          </a:p>
          <a:p>
            <a:pPr marL="274320" indent="0">
              <a:lnSpc>
                <a:spcPct val="100000"/>
              </a:lnSpc>
              <a:buClr>
                <a:schemeClr val="dk1"/>
              </a:buClr>
            </a:pPr>
            <a:r>
              <a:rPr lang="en" sz="1400"/>
              <a:t>Compare </a:t>
            </a:r>
            <a:r>
              <a:rPr lang="en" sz="1400" b="1"/>
              <a:t>base LLM agents vs. structured planning agents </a:t>
            </a:r>
            <a:r>
              <a:rPr lang="en" sz="1400"/>
              <a:t>under longer task horizons.</a:t>
            </a:r>
          </a:p>
          <a:p>
            <a:pPr marL="0" lvl="0" indent="0" algn="l" rtl="0">
              <a:lnSpc>
                <a:spcPct val="100000"/>
              </a:lnSpc>
              <a:spcBef>
                <a:spcPts val="1000"/>
              </a:spcBef>
              <a:spcAft>
                <a:spcPts val="0"/>
              </a:spcAft>
              <a:buNone/>
            </a:pPr>
            <a:r>
              <a:rPr lang="en" sz="1800" b="1" u="sng"/>
              <a:t>Computing Estimation</a:t>
            </a:r>
            <a:endParaRPr lang="en" sz="1800" b="1" i="1"/>
          </a:p>
          <a:p>
            <a:pPr marL="274320" indent="0">
              <a:lnSpc>
                <a:spcPct val="100000"/>
              </a:lnSpc>
              <a:buClr>
                <a:schemeClr val="dk1"/>
              </a:buClr>
            </a:pPr>
            <a:r>
              <a:rPr lang="en" sz="1400"/>
              <a:t>Experiments primarily require </a:t>
            </a:r>
            <a:r>
              <a:rPr lang="en" sz="1400" b="1"/>
              <a:t>inference-time agent execution</a:t>
            </a:r>
            <a:r>
              <a:rPr lang="en" sz="1400"/>
              <a:t>, no model training.</a:t>
            </a:r>
            <a:endParaRPr lang="zh-CN" altLang="en-US" sz="1400"/>
          </a:p>
          <a:p>
            <a:pPr marL="274320" indent="0">
              <a:lnSpc>
                <a:spcPct val="100000"/>
              </a:lnSpc>
              <a:buClr>
                <a:schemeClr val="dk1"/>
              </a:buClr>
            </a:pPr>
            <a:r>
              <a:rPr lang="en" sz="1400"/>
              <a:t>Use </a:t>
            </a:r>
            <a:r>
              <a:rPr lang="en" sz="1400" b="1"/>
              <a:t>1 GPU or API-based models (e.g., Llama-3-8B / GPT-4)</a:t>
            </a:r>
            <a:r>
              <a:rPr lang="en" sz="1400"/>
              <a:t> for task execution.</a:t>
            </a:r>
          </a:p>
          <a:p>
            <a:pPr marL="274320" indent="0">
              <a:lnSpc>
                <a:spcPct val="100000"/>
              </a:lnSpc>
              <a:buClr>
                <a:schemeClr val="dk1"/>
              </a:buClr>
            </a:pPr>
            <a:r>
              <a:rPr lang="en" sz="1400"/>
              <a:t>Estimated runtime: </a:t>
            </a:r>
            <a:r>
              <a:rPr lang="en" sz="1400" b="1"/>
              <a:t>~100–200 tasks × 5–10 steps per task</a:t>
            </a:r>
            <a:r>
              <a:rPr lang="en" sz="1400"/>
              <a:t>.</a:t>
            </a:r>
          </a:p>
          <a:p>
            <a:pPr marL="0" lvl="0" indent="0" algn="l" rtl="0">
              <a:lnSpc>
                <a:spcPct val="100000"/>
              </a:lnSpc>
              <a:spcBef>
                <a:spcPts val="1000"/>
              </a:spcBef>
              <a:spcAft>
                <a:spcPts val="0"/>
              </a:spcAft>
              <a:buNone/>
            </a:pPr>
            <a:r>
              <a:rPr lang="en" sz="1800" b="1" u="sng"/>
              <a:t>Model Checkpoints and Codebase</a:t>
            </a:r>
            <a:endParaRPr lang="en" sz="1800" b="1" i="1"/>
          </a:p>
          <a:p>
            <a:pPr marL="274320" indent="0">
              <a:lnSpc>
                <a:spcPct val="100000"/>
              </a:lnSpc>
              <a:buClr>
                <a:schemeClr val="dk1"/>
              </a:buClr>
            </a:pPr>
            <a:r>
              <a:rPr lang="en" sz="1400" b="1"/>
              <a:t>Open-source LLMs:</a:t>
            </a:r>
            <a:r>
              <a:rPr lang="en" sz="1400"/>
              <a:t> Llama-3-8B or similar </a:t>
            </a:r>
            <a:r>
              <a:rPr lang="en" sz="1400" err="1"/>
              <a:t>HuggingFace</a:t>
            </a:r>
            <a:r>
              <a:rPr lang="en" sz="1400"/>
              <a:t> checkpoints.</a:t>
            </a:r>
            <a:endParaRPr lang="zh-CN" altLang="en-US" sz="1400"/>
          </a:p>
          <a:p>
            <a:pPr marL="274320" indent="0">
              <a:lnSpc>
                <a:spcPct val="100000"/>
              </a:lnSpc>
              <a:buClr>
                <a:schemeClr val="dk1"/>
              </a:buClr>
            </a:pPr>
            <a:r>
              <a:rPr lang="en" sz="1400" b="1"/>
              <a:t>Agent frameworks:</a:t>
            </a:r>
            <a:r>
              <a:rPr lang="en" sz="1400"/>
              <a:t> </a:t>
            </a:r>
            <a:r>
              <a:rPr lang="en" sz="1400" err="1"/>
              <a:t>AgentBench</a:t>
            </a:r>
            <a:r>
              <a:rPr lang="en" sz="1400"/>
              <a:t> / </a:t>
            </a:r>
            <a:r>
              <a:rPr lang="en" sz="1400" err="1"/>
              <a:t>WebArena</a:t>
            </a:r>
            <a:r>
              <a:rPr lang="en" sz="1400"/>
              <a:t> environments.</a:t>
            </a:r>
          </a:p>
          <a:p>
            <a:pPr marL="274320" indent="0">
              <a:lnSpc>
                <a:spcPct val="100000"/>
              </a:lnSpc>
              <a:buClr>
                <a:schemeClr val="dk1"/>
              </a:buClr>
            </a:pPr>
            <a:r>
              <a:rPr lang="en" sz="1400"/>
              <a:t>Use existing </a:t>
            </a:r>
            <a:r>
              <a:rPr lang="en" sz="1400" b="1" err="1"/>
              <a:t>ReAct</a:t>
            </a:r>
            <a:r>
              <a:rPr lang="en" sz="1400" b="1"/>
              <a:t> / Plan-Act implementations</a:t>
            </a:r>
            <a:r>
              <a:rPr lang="en" sz="1400"/>
              <a:t> for reproducible evaluation.</a:t>
            </a:r>
            <a:endParaRPr lang="en" altLang="zh-CN" sz="1400"/>
          </a:p>
        </p:txBody>
      </p:sp>
    </p:spTree>
  </p:cSld>
  <p:clrMapOvr>
    <a:masterClrMapping/>
  </p:clrMapOvr>
</p:sld>
</file>

<file path=ppt/theme/theme1.xml><?xml version="1.0" encoding="utf-8"?>
<a:theme xmlns:a="http://schemas.openxmlformats.org/drawingml/2006/main" name="Theme1">
  <a:themeElements>
    <a:clrScheme name="UW-Madison theme1">
      <a:dk1>
        <a:srgbClr val="202020"/>
      </a:dk1>
      <a:lt1>
        <a:srgbClr val="FFFFFF"/>
      </a:lt1>
      <a:dk2>
        <a:srgbClr val="101010"/>
      </a:dk2>
      <a:lt2>
        <a:srgbClr val="DADFE1"/>
      </a:lt2>
      <a:accent1>
        <a:srgbClr val="C5050C"/>
      </a:accent1>
      <a:accent2>
        <a:srgbClr val="C5050C"/>
      </a:accent2>
      <a:accent3>
        <a:srgbClr val="9B0000"/>
      </a:accent3>
      <a:accent4>
        <a:srgbClr val="FCCB51"/>
      </a:accent4>
      <a:accent5>
        <a:srgbClr val="80B3AE"/>
      </a:accent5>
      <a:accent6>
        <a:srgbClr val="ADADAD"/>
      </a:accent6>
      <a:hlink>
        <a:srgbClr val="0479A8"/>
      </a:hlink>
      <a:folHlink>
        <a:srgbClr val="0479A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A47C3F0A-2C0D-8C48-8AC4-A1848CBCAAD6}" vid="{8914199C-09BF-5D48-96FC-EE7F0F02170B}"/>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Application>Microsoft Office PowerPoint</Application>
  <PresentationFormat>On-screen Show (16:9)</PresentationFormat>
  <Slides>6</Slides>
  <Notes>2</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Theme1</vt:lpstr>
      <vt:lpstr>Self-Improving LLM Agent for Long-Horizon Tasks</vt:lpstr>
      <vt:lpstr>Problem Description</vt:lpstr>
      <vt:lpstr>Significance &amp; Research Value</vt:lpstr>
      <vt:lpstr>Technical Challenges</vt:lpstr>
      <vt:lpstr>Proposed Method</vt:lpstr>
      <vt:lpstr>Experiment Designs and Feasibility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4</cp:revision>
  <dcterms:modified xsi:type="dcterms:W3CDTF">2026-03-06T16:06:17Z</dcterms:modified>
</cp:coreProperties>
</file>